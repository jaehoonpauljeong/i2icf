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6"/>
  </p:notesMasterIdLst>
  <p:sldIdLst>
    <p:sldId id="256" r:id="rId2"/>
    <p:sldId id="589" r:id="rId3"/>
    <p:sldId id="590" r:id="rId4"/>
    <p:sldId id="588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012" autoAdjust="0"/>
    <p:restoredTop sz="94660"/>
  </p:normalViewPr>
  <p:slideViewPr>
    <p:cSldViewPr snapToGrid="0">
      <p:cViewPr varScale="1">
        <p:scale>
          <a:sx n="90" d="100"/>
          <a:sy n="90" d="100"/>
        </p:scale>
        <p:origin x="432" y="6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C653F7-3966-4096-9B47-182DEBAD0EB7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3D88A2-7E16-4ECE-A113-D34ED58543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7753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1232E0-6043-35E8-F096-A81EFB9150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9E575FB-D59F-06DA-53D3-CC2CD8BDC0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03552D-8FC4-C033-AF71-5DDAD2D2B7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400"/>
            </a:lvl1pPr>
          </a:lstStyle>
          <a:p>
            <a:r>
              <a:rPr lang="en-US" altLang="ko-KR"/>
              <a:t>07/24/2024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5C7F08-558B-F8E9-6572-1F3B3C1935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400"/>
            </a:lvl1pPr>
          </a:lstStyle>
          <a:p>
            <a:r>
              <a:rPr lang="en-US" dirty="0"/>
              <a:t>IETF 120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0896C1-C1A5-B86F-691A-87AC02D03B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00"/>
            </a:lvl1pPr>
          </a:lstStyle>
          <a:p>
            <a:fld id="{7BE6C613-7D5F-498C-AC62-FEF2FFCE877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06044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455F73-65C0-ABC9-ED83-FDC458D025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5CEDF9-6C60-581C-3CE0-B8A6775139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76AFB5-E3A3-1671-63E5-574BFA042E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07/24/2024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62F7B9-1EC9-F5B1-7806-E6B402FA26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IETF 120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5735AC-92A6-159A-BE6C-6AACC43909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6C613-7D5F-498C-AC62-FEF2FFCE87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43604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CC642-146F-7455-AD0F-B05499C6B4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902B15-946B-C583-4A00-9E56F6AE48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5A7408-3EA6-7CB9-02A4-BDD62C8FAE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07/24/2024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DF42F7-1EC8-E16E-79BC-8220E6028E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IETF 120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ABDD56-10B9-720C-9727-E736E00616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6C613-7D5F-498C-AC62-FEF2FFCE87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0523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74A1CE-AD6C-4BC6-0711-CACDBDF18A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225B0C-7329-1DD4-B2A3-EC48CB13FA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DCDFAE-A77D-76E6-F7DF-92C89A1B9A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6D1FAF-D2C1-B77B-E6C7-86C3292D9F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07/24/2024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730397-17FF-0FC5-443D-8919B7E7E4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IETF 120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BD5DE9-D7A2-6DC6-B71A-33D1D1803B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6C613-7D5F-498C-AC62-FEF2FFCE87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07486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74A1CE-AD6C-4BC6-0711-CACDBDF18A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225B0C-7329-1DD4-B2A3-EC48CB13FA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6D1FAF-D2C1-B77B-E6C7-86C3292D9F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07/24/2024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730397-17FF-0FC5-443D-8919B7E7E4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IETF 120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BD5DE9-D7A2-6DC6-B71A-33D1D1803B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6C613-7D5F-498C-AC62-FEF2FFCE87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29183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8A5FFC-F837-9C77-6269-F325D9CBD5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E2C2B7-D0BE-969E-5715-5986DFBFC6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52BA11-9DD8-2190-6F3F-9D08362B42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F6C235E-49C2-F49F-0376-05FEC48F252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D10E1DB-1F5F-ECB9-633E-92AB2E710DF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CFC4BC7-D0B1-1F8D-50F4-21256C6864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07/24/2024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D6A083D-ABDC-47BF-403A-29CD02BDBC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IETF 120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56A966-151A-742F-4C6A-15863C4A29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6C613-7D5F-498C-AC62-FEF2FFCE87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39781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3D9D74-3183-3540-25CC-816500899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7648442-948E-267E-5432-269F04CEF4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07/24/2024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B3B0A35-D0D6-227A-02D9-0AA1DD4119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IETF 120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FD07308-1999-1140-7019-6095188A56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6C613-7D5F-498C-AC62-FEF2FFCE87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38365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53F8247-A92E-B154-EC47-7ADE77209D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07/24/2024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145FA12-01D3-D6E7-FED3-B6280E986C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IETF 120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B5E736-52D4-BE2B-B7BF-D9B3037906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6C613-7D5F-498C-AC62-FEF2FFCE87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17776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6FFE6A-D0AE-47CD-6CC0-2740CB84EA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92D713-7F9D-C5EC-C6FF-3E879C624A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E5970F-3AA1-EE7B-28C9-3588686939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AB8624-5B9B-6C52-1092-FF25AB7B5E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07/24/2024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0F9D94-C6A7-3696-D2F5-521ADCD164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IETF 120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385F44-F094-C3BF-BDA4-3EFFD88A80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6C613-7D5F-498C-AC62-FEF2FFCE87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18410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E91A87-0B89-D749-E68D-68BA64545F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B29EABB-E899-DCC5-6537-48D6B07DF50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4B29B8-9A05-CF33-C4F1-C6877ECCDA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FE1422-4D83-E057-3C62-52BD654531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07/24/2024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ECBF65-5C7A-2998-2A87-656D47840E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IETF 120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F219BF-B5D6-3884-E75A-80C25EC903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6C613-7D5F-498C-AC62-FEF2FFCE87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5731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C8637B-8335-30CC-36DD-FBD24B2344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DD88A02-3E5F-39DA-4566-EC28D73B97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E38CD4-0443-9BCE-007B-41DF4BF4C5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07/24/2024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8FF5EF-ABE7-ADD3-FE48-2B308FE61A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IETF 120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52DFCF-A6F5-A3AE-0BA3-DD6A9908BD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6C613-7D5F-498C-AC62-FEF2FFCE87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08316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165037-8B7F-E30D-910A-D26A4BFE35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705F2CF-4772-1FE5-3C7F-F6848C1FCE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5E06F9-C228-2C6B-DBE9-5B8CDB5D47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07/24/2024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DC9999-4740-6F97-A843-D3D07DFC0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IETF 120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4E833-7F1F-DF24-90C1-B3DA611468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6C613-7D5F-498C-AC62-FEF2FFCE87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4904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118">
            <a:extLst>
              <a:ext uri="{FF2B5EF4-FFF2-40B4-BE49-F238E27FC236}">
                <a16:creationId xmlns:a16="http://schemas.microsoft.com/office/drawing/2014/main" id="{1843ED2E-90F2-3227-A9EC-52A3C771ADD0}"/>
              </a:ext>
            </a:extLst>
          </p:cNvPr>
          <p:cNvGrpSpPr/>
          <p:nvPr userDrawn="1"/>
        </p:nvGrpSpPr>
        <p:grpSpPr>
          <a:xfrm>
            <a:off x="88232" y="-193842"/>
            <a:ext cx="12015536" cy="7245684"/>
            <a:chOff x="0" y="0"/>
            <a:chExt cx="8954965" cy="4980384"/>
          </a:xfrm>
        </p:grpSpPr>
        <p:grpSp>
          <p:nvGrpSpPr>
            <p:cNvPr id="8" name="Group 116">
              <a:extLst>
                <a:ext uri="{FF2B5EF4-FFF2-40B4-BE49-F238E27FC236}">
                  <a16:creationId xmlns:a16="http://schemas.microsoft.com/office/drawing/2014/main" id="{134012BB-A728-BEAE-61F9-6C5CDF938AA7}"/>
                </a:ext>
              </a:extLst>
            </p:cNvPr>
            <p:cNvGrpSpPr/>
            <p:nvPr/>
          </p:nvGrpSpPr>
          <p:grpSpPr>
            <a:xfrm>
              <a:off x="0" y="-1"/>
              <a:ext cx="8954966" cy="4980386"/>
              <a:chOff x="0" y="0"/>
              <a:chExt cx="8954965" cy="4980384"/>
            </a:xfrm>
          </p:grpSpPr>
          <p:grpSp>
            <p:nvGrpSpPr>
              <p:cNvPr id="10" name="Group 58">
                <a:extLst>
                  <a:ext uri="{FF2B5EF4-FFF2-40B4-BE49-F238E27FC236}">
                    <a16:creationId xmlns:a16="http://schemas.microsoft.com/office/drawing/2014/main" id="{CE4A328B-A3AF-BBD3-D846-083C7A635B4C}"/>
                  </a:ext>
                </a:extLst>
              </p:cNvPr>
              <p:cNvGrpSpPr/>
              <p:nvPr/>
            </p:nvGrpSpPr>
            <p:grpSpPr>
              <a:xfrm>
                <a:off x="0" y="-1"/>
                <a:ext cx="1098535" cy="1215629"/>
                <a:chOff x="0" y="0"/>
                <a:chExt cx="1098534" cy="1215627"/>
              </a:xfrm>
            </p:grpSpPr>
            <p:grpSp>
              <p:nvGrpSpPr>
                <p:cNvPr id="68" name="Group 8">
                  <a:extLst>
                    <a:ext uri="{FF2B5EF4-FFF2-40B4-BE49-F238E27FC236}">
                      <a16:creationId xmlns:a16="http://schemas.microsoft.com/office/drawing/2014/main" id="{53963112-BB62-9F72-A75B-D9EC1392F4A1}"/>
                    </a:ext>
                  </a:extLst>
                </p:cNvPr>
                <p:cNvGrpSpPr/>
                <p:nvPr/>
              </p:nvGrpSpPr>
              <p:grpSpPr>
                <a:xfrm>
                  <a:off x="0" y="0"/>
                  <a:ext cx="1098535" cy="80962"/>
                  <a:chOff x="0" y="0"/>
                  <a:chExt cx="1098534" cy="80961"/>
                </a:xfrm>
              </p:grpSpPr>
              <p:sp>
                <p:nvSpPr>
                  <p:cNvPr id="118" name="Rectangle 2">
                    <a:extLst>
                      <a:ext uri="{FF2B5EF4-FFF2-40B4-BE49-F238E27FC236}">
                        <a16:creationId xmlns:a16="http://schemas.microsoft.com/office/drawing/2014/main" id="{FB4A02E4-B363-BF37-208B-D6D699C8329C}"/>
                      </a:ext>
                    </a:extLst>
                  </p:cNvPr>
                  <p:cNvSpPr/>
                  <p:nvPr/>
                </p:nvSpPr>
                <p:spPr>
                  <a:xfrm>
                    <a:off x="0" y="0"/>
                    <a:ext cx="95249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19" name="Rectangle 3">
                    <a:extLst>
                      <a:ext uri="{FF2B5EF4-FFF2-40B4-BE49-F238E27FC236}">
                        <a16:creationId xmlns:a16="http://schemas.microsoft.com/office/drawing/2014/main" id="{799FF4F6-B013-D69F-CF5D-E7687763173B}"/>
                      </a:ext>
                    </a:extLst>
                  </p:cNvPr>
                  <p:cNvSpPr/>
                  <p:nvPr/>
                </p:nvSpPr>
                <p:spPr>
                  <a:xfrm>
                    <a:off x="200022" y="0"/>
                    <a:ext cx="93662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 dirty="0"/>
                  </a:p>
                </p:txBody>
              </p:sp>
              <p:sp>
                <p:nvSpPr>
                  <p:cNvPr id="120" name="Rectangle 4">
                    <a:extLst>
                      <a:ext uri="{FF2B5EF4-FFF2-40B4-BE49-F238E27FC236}">
                        <a16:creationId xmlns:a16="http://schemas.microsoft.com/office/drawing/2014/main" id="{AA548ADB-3E38-CA0C-2E08-6D2007234774}"/>
                      </a:ext>
                    </a:extLst>
                  </p:cNvPr>
                  <p:cNvSpPr/>
                  <p:nvPr/>
                </p:nvSpPr>
                <p:spPr>
                  <a:xfrm>
                    <a:off x="401632" y="0"/>
                    <a:ext cx="93662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21" name="Rectangle 5">
                    <a:extLst>
                      <a:ext uri="{FF2B5EF4-FFF2-40B4-BE49-F238E27FC236}">
                        <a16:creationId xmlns:a16="http://schemas.microsoft.com/office/drawing/2014/main" id="{0C42A785-D4EC-79D2-C2A5-0B4EDA0DE17D}"/>
                      </a:ext>
                    </a:extLst>
                  </p:cNvPr>
                  <p:cNvSpPr/>
                  <p:nvPr/>
                </p:nvSpPr>
                <p:spPr>
                  <a:xfrm>
                    <a:off x="601654" y="0"/>
                    <a:ext cx="95249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22" name="Rectangle 6">
                    <a:extLst>
                      <a:ext uri="{FF2B5EF4-FFF2-40B4-BE49-F238E27FC236}">
                        <a16:creationId xmlns:a16="http://schemas.microsoft.com/office/drawing/2014/main" id="{FFE92C70-127F-E9C1-244C-C1023CC11182}"/>
                      </a:ext>
                    </a:extLst>
                  </p:cNvPr>
                  <p:cNvSpPr/>
                  <p:nvPr/>
                </p:nvSpPr>
                <p:spPr>
                  <a:xfrm>
                    <a:off x="801676" y="0"/>
                    <a:ext cx="95249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23" name="Rectangle 7">
                    <a:extLst>
                      <a:ext uri="{FF2B5EF4-FFF2-40B4-BE49-F238E27FC236}">
                        <a16:creationId xmlns:a16="http://schemas.microsoft.com/office/drawing/2014/main" id="{4DB4329C-6556-9237-034D-4E6819387A3B}"/>
                      </a:ext>
                    </a:extLst>
                  </p:cNvPr>
                  <p:cNvSpPr/>
                  <p:nvPr/>
                </p:nvSpPr>
                <p:spPr>
                  <a:xfrm>
                    <a:off x="1003286" y="0"/>
                    <a:ext cx="95249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</p:grpSp>
            <p:grpSp>
              <p:nvGrpSpPr>
                <p:cNvPr id="69" name="Group 15">
                  <a:extLst>
                    <a:ext uri="{FF2B5EF4-FFF2-40B4-BE49-F238E27FC236}">
                      <a16:creationId xmlns:a16="http://schemas.microsoft.com/office/drawing/2014/main" id="{0C10F405-0D3E-6E93-5ECD-BA896BFF7646}"/>
                    </a:ext>
                  </a:extLst>
                </p:cNvPr>
                <p:cNvGrpSpPr/>
                <p:nvPr/>
              </p:nvGrpSpPr>
              <p:grpSpPr>
                <a:xfrm>
                  <a:off x="0" y="159543"/>
                  <a:ext cx="1098535" cy="80963"/>
                  <a:chOff x="0" y="0"/>
                  <a:chExt cx="1098534" cy="80961"/>
                </a:xfrm>
              </p:grpSpPr>
              <p:sp>
                <p:nvSpPr>
                  <p:cNvPr id="112" name="Rectangle 9">
                    <a:extLst>
                      <a:ext uri="{FF2B5EF4-FFF2-40B4-BE49-F238E27FC236}">
                        <a16:creationId xmlns:a16="http://schemas.microsoft.com/office/drawing/2014/main" id="{0169589C-FDC4-68D8-9021-F2EEEFD07281}"/>
                      </a:ext>
                    </a:extLst>
                  </p:cNvPr>
                  <p:cNvSpPr/>
                  <p:nvPr/>
                </p:nvSpPr>
                <p:spPr>
                  <a:xfrm>
                    <a:off x="0" y="0"/>
                    <a:ext cx="95249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13" name="Rectangle 10">
                    <a:extLst>
                      <a:ext uri="{FF2B5EF4-FFF2-40B4-BE49-F238E27FC236}">
                        <a16:creationId xmlns:a16="http://schemas.microsoft.com/office/drawing/2014/main" id="{7860E94E-B13C-5CA6-922E-07CC06B04EDF}"/>
                      </a:ext>
                    </a:extLst>
                  </p:cNvPr>
                  <p:cNvSpPr/>
                  <p:nvPr/>
                </p:nvSpPr>
                <p:spPr>
                  <a:xfrm>
                    <a:off x="200022" y="0"/>
                    <a:ext cx="93662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14" name="Rectangle 11">
                    <a:extLst>
                      <a:ext uri="{FF2B5EF4-FFF2-40B4-BE49-F238E27FC236}">
                        <a16:creationId xmlns:a16="http://schemas.microsoft.com/office/drawing/2014/main" id="{0F0D70CA-2E0B-CD51-3678-2C9DC7D3E06D}"/>
                      </a:ext>
                    </a:extLst>
                  </p:cNvPr>
                  <p:cNvSpPr/>
                  <p:nvPr/>
                </p:nvSpPr>
                <p:spPr>
                  <a:xfrm>
                    <a:off x="401632" y="0"/>
                    <a:ext cx="93662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15" name="Rectangle 12">
                    <a:extLst>
                      <a:ext uri="{FF2B5EF4-FFF2-40B4-BE49-F238E27FC236}">
                        <a16:creationId xmlns:a16="http://schemas.microsoft.com/office/drawing/2014/main" id="{C911D804-E15E-1608-65C8-C29E340C00A7}"/>
                      </a:ext>
                    </a:extLst>
                  </p:cNvPr>
                  <p:cNvSpPr/>
                  <p:nvPr/>
                </p:nvSpPr>
                <p:spPr>
                  <a:xfrm>
                    <a:off x="601654" y="0"/>
                    <a:ext cx="95249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16" name="Rectangle 13">
                    <a:extLst>
                      <a:ext uri="{FF2B5EF4-FFF2-40B4-BE49-F238E27FC236}">
                        <a16:creationId xmlns:a16="http://schemas.microsoft.com/office/drawing/2014/main" id="{4AC4E093-C5BD-C52D-9589-EBB645F796F8}"/>
                      </a:ext>
                    </a:extLst>
                  </p:cNvPr>
                  <p:cNvSpPr/>
                  <p:nvPr/>
                </p:nvSpPr>
                <p:spPr>
                  <a:xfrm>
                    <a:off x="801676" y="0"/>
                    <a:ext cx="95249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17" name="Rectangle 14">
                    <a:extLst>
                      <a:ext uri="{FF2B5EF4-FFF2-40B4-BE49-F238E27FC236}">
                        <a16:creationId xmlns:a16="http://schemas.microsoft.com/office/drawing/2014/main" id="{04224380-EF7C-3312-7980-88989EDD467E}"/>
                      </a:ext>
                    </a:extLst>
                  </p:cNvPr>
                  <p:cNvSpPr/>
                  <p:nvPr/>
                </p:nvSpPr>
                <p:spPr>
                  <a:xfrm>
                    <a:off x="1003286" y="0"/>
                    <a:ext cx="95249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</p:grpSp>
            <p:grpSp>
              <p:nvGrpSpPr>
                <p:cNvPr id="70" name="Group 22">
                  <a:extLst>
                    <a:ext uri="{FF2B5EF4-FFF2-40B4-BE49-F238E27FC236}">
                      <a16:creationId xmlns:a16="http://schemas.microsoft.com/office/drawing/2014/main" id="{BF0D2D4F-8030-6D54-54D4-03E0C68BCDF7}"/>
                    </a:ext>
                  </a:extLst>
                </p:cNvPr>
                <p:cNvGrpSpPr/>
                <p:nvPr/>
              </p:nvGrpSpPr>
              <p:grpSpPr>
                <a:xfrm>
                  <a:off x="0" y="322659"/>
                  <a:ext cx="1098535" cy="80963"/>
                  <a:chOff x="0" y="0"/>
                  <a:chExt cx="1098534" cy="80961"/>
                </a:xfrm>
              </p:grpSpPr>
              <p:sp>
                <p:nvSpPr>
                  <p:cNvPr id="106" name="Rectangle 16">
                    <a:extLst>
                      <a:ext uri="{FF2B5EF4-FFF2-40B4-BE49-F238E27FC236}">
                        <a16:creationId xmlns:a16="http://schemas.microsoft.com/office/drawing/2014/main" id="{B9C6A362-4D43-318D-D27A-C8593AF50404}"/>
                      </a:ext>
                    </a:extLst>
                  </p:cNvPr>
                  <p:cNvSpPr/>
                  <p:nvPr/>
                </p:nvSpPr>
                <p:spPr>
                  <a:xfrm>
                    <a:off x="0" y="0"/>
                    <a:ext cx="95249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07" name="Rectangle 17">
                    <a:extLst>
                      <a:ext uri="{FF2B5EF4-FFF2-40B4-BE49-F238E27FC236}">
                        <a16:creationId xmlns:a16="http://schemas.microsoft.com/office/drawing/2014/main" id="{6F3897A2-213A-56CB-49C0-3BE5FC6BF2BC}"/>
                      </a:ext>
                    </a:extLst>
                  </p:cNvPr>
                  <p:cNvSpPr/>
                  <p:nvPr/>
                </p:nvSpPr>
                <p:spPr>
                  <a:xfrm>
                    <a:off x="200022" y="0"/>
                    <a:ext cx="93662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08" name="Rectangle 18">
                    <a:extLst>
                      <a:ext uri="{FF2B5EF4-FFF2-40B4-BE49-F238E27FC236}">
                        <a16:creationId xmlns:a16="http://schemas.microsoft.com/office/drawing/2014/main" id="{D0A5B4AE-9EDE-0A70-BA77-A4C0762C7A6E}"/>
                      </a:ext>
                    </a:extLst>
                  </p:cNvPr>
                  <p:cNvSpPr/>
                  <p:nvPr/>
                </p:nvSpPr>
                <p:spPr>
                  <a:xfrm>
                    <a:off x="401632" y="0"/>
                    <a:ext cx="93662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09" name="Rectangle 19">
                    <a:extLst>
                      <a:ext uri="{FF2B5EF4-FFF2-40B4-BE49-F238E27FC236}">
                        <a16:creationId xmlns:a16="http://schemas.microsoft.com/office/drawing/2014/main" id="{3215010C-8828-1575-C65A-9877858B5A3A}"/>
                      </a:ext>
                    </a:extLst>
                  </p:cNvPr>
                  <p:cNvSpPr/>
                  <p:nvPr/>
                </p:nvSpPr>
                <p:spPr>
                  <a:xfrm>
                    <a:off x="601654" y="0"/>
                    <a:ext cx="95249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10" name="Rectangle 20">
                    <a:extLst>
                      <a:ext uri="{FF2B5EF4-FFF2-40B4-BE49-F238E27FC236}">
                        <a16:creationId xmlns:a16="http://schemas.microsoft.com/office/drawing/2014/main" id="{9AA8084D-0495-3A71-0210-DD47D27231BA}"/>
                      </a:ext>
                    </a:extLst>
                  </p:cNvPr>
                  <p:cNvSpPr/>
                  <p:nvPr/>
                </p:nvSpPr>
                <p:spPr>
                  <a:xfrm>
                    <a:off x="801676" y="0"/>
                    <a:ext cx="95249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11" name="Rectangle 21">
                    <a:extLst>
                      <a:ext uri="{FF2B5EF4-FFF2-40B4-BE49-F238E27FC236}">
                        <a16:creationId xmlns:a16="http://schemas.microsoft.com/office/drawing/2014/main" id="{662E6A43-30AD-2E22-6AAA-05027ECFDC36}"/>
                      </a:ext>
                    </a:extLst>
                  </p:cNvPr>
                  <p:cNvSpPr/>
                  <p:nvPr/>
                </p:nvSpPr>
                <p:spPr>
                  <a:xfrm>
                    <a:off x="1003286" y="0"/>
                    <a:ext cx="95249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</p:grpSp>
            <p:grpSp>
              <p:nvGrpSpPr>
                <p:cNvPr id="71" name="Group 29">
                  <a:extLst>
                    <a:ext uri="{FF2B5EF4-FFF2-40B4-BE49-F238E27FC236}">
                      <a16:creationId xmlns:a16="http://schemas.microsoft.com/office/drawing/2014/main" id="{B54815F5-4869-3DCA-A72F-E3B4AA4B240B}"/>
                    </a:ext>
                  </a:extLst>
                </p:cNvPr>
                <p:cNvGrpSpPr/>
                <p:nvPr/>
              </p:nvGrpSpPr>
              <p:grpSpPr>
                <a:xfrm>
                  <a:off x="0" y="485775"/>
                  <a:ext cx="1098535" cy="80963"/>
                  <a:chOff x="0" y="0"/>
                  <a:chExt cx="1098534" cy="80961"/>
                </a:xfrm>
              </p:grpSpPr>
              <p:sp>
                <p:nvSpPr>
                  <p:cNvPr id="100" name="Rectangle 23">
                    <a:extLst>
                      <a:ext uri="{FF2B5EF4-FFF2-40B4-BE49-F238E27FC236}">
                        <a16:creationId xmlns:a16="http://schemas.microsoft.com/office/drawing/2014/main" id="{47E163C4-C69D-8F3E-E7CE-1EA7DE8C056C}"/>
                      </a:ext>
                    </a:extLst>
                  </p:cNvPr>
                  <p:cNvSpPr/>
                  <p:nvPr/>
                </p:nvSpPr>
                <p:spPr>
                  <a:xfrm>
                    <a:off x="0" y="0"/>
                    <a:ext cx="95249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01" name="Rectangle 24">
                    <a:extLst>
                      <a:ext uri="{FF2B5EF4-FFF2-40B4-BE49-F238E27FC236}">
                        <a16:creationId xmlns:a16="http://schemas.microsoft.com/office/drawing/2014/main" id="{10B5A7D2-3255-85D8-01EF-EF35C42071CA}"/>
                      </a:ext>
                    </a:extLst>
                  </p:cNvPr>
                  <p:cNvSpPr/>
                  <p:nvPr/>
                </p:nvSpPr>
                <p:spPr>
                  <a:xfrm>
                    <a:off x="200022" y="0"/>
                    <a:ext cx="93662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02" name="Rectangle 25">
                    <a:extLst>
                      <a:ext uri="{FF2B5EF4-FFF2-40B4-BE49-F238E27FC236}">
                        <a16:creationId xmlns:a16="http://schemas.microsoft.com/office/drawing/2014/main" id="{F563611B-859C-FC0C-40B1-E2D8EDF565AB}"/>
                      </a:ext>
                    </a:extLst>
                  </p:cNvPr>
                  <p:cNvSpPr/>
                  <p:nvPr/>
                </p:nvSpPr>
                <p:spPr>
                  <a:xfrm>
                    <a:off x="401632" y="0"/>
                    <a:ext cx="93662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03" name="Rectangle 26">
                    <a:extLst>
                      <a:ext uri="{FF2B5EF4-FFF2-40B4-BE49-F238E27FC236}">
                        <a16:creationId xmlns:a16="http://schemas.microsoft.com/office/drawing/2014/main" id="{7BDD26E7-B6EF-EA05-2325-27919BAC5A56}"/>
                      </a:ext>
                    </a:extLst>
                  </p:cNvPr>
                  <p:cNvSpPr/>
                  <p:nvPr/>
                </p:nvSpPr>
                <p:spPr>
                  <a:xfrm>
                    <a:off x="601654" y="0"/>
                    <a:ext cx="95249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04" name="Rectangle 27">
                    <a:extLst>
                      <a:ext uri="{FF2B5EF4-FFF2-40B4-BE49-F238E27FC236}">
                        <a16:creationId xmlns:a16="http://schemas.microsoft.com/office/drawing/2014/main" id="{B78D9C86-14BD-13F0-F3F9-15779FD31574}"/>
                      </a:ext>
                    </a:extLst>
                  </p:cNvPr>
                  <p:cNvSpPr/>
                  <p:nvPr/>
                </p:nvSpPr>
                <p:spPr>
                  <a:xfrm>
                    <a:off x="801676" y="0"/>
                    <a:ext cx="95249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05" name="Rectangle 28">
                    <a:extLst>
                      <a:ext uri="{FF2B5EF4-FFF2-40B4-BE49-F238E27FC236}">
                        <a16:creationId xmlns:a16="http://schemas.microsoft.com/office/drawing/2014/main" id="{EB664ADA-6130-84BC-7DD1-790729A237A9}"/>
                      </a:ext>
                    </a:extLst>
                  </p:cNvPr>
                  <p:cNvSpPr/>
                  <p:nvPr/>
                </p:nvSpPr>
                <p:spPr>
                  <a:xfrm>
                    <a:off x="1003286" y="0"/>
                    <a:ext cx="95249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</p:grpSp>
            <p:grpSp>
              <p:nvGrpSpPr>
                <p:cNvPr id="72" name="Group 36">
                  <a:extLst>
                    <a:ext uri="{FF2B5EF4-FFF2-40B4-BE49-F238E27FC236}">
                      <a16:creationId xmlns:a16="http://schemas.microsoft.com/office/drawing/2014/main" id="{F0BE0138-E612-E02E-6CA7-D6D10A1B1640}"/>
                    </a:ext>
                  </a:extLst>
                </p:cNvPr>
                <p:cNvGrpSpPr/>
                <p:nvPr/>
              </p:nvGrpSpPr>
              <p:grpSpPr>
                <a:xfrm>
                  <a:off x="0" y="646509"/>
                  <a:ext cx="1098535" cy="80963"/>
                  <a:chOff x="0" y="0"/>
                  <a:chExt cx="1098534" cy="80961"/>
                </a:xfrm>
              </p:grpSpPr>
              <p:sp>
                <p:nvSpPr>
                  <p:cNvPr id="94" name="Rectangle 30">
                    <a:extLst>
                      <a:ext uri="{FF2B5EF4-FFF2-40B4-BE49-F238E27FC236}">
                        <a16:creationId xmlns:a16="http://schemas.microsoft.com/office/drawing/2014/main" id="{E8947910-BF43-353C-4BDD-8C9A183D1799}"/>
                      </a:ext>
                    </a:extLst>
                  </p:cNvPr>
                  <p:cNvSpPr/>
                  <p:nvPr/>
                </p:nvSpPr>
                <p:spPr>
                  <a:xfrm>
                    <a:off x="0" y="0"/>
                    <a:ext cx="95249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95" name="Rectangle 31">
                    <a:extLst>
                      <a:ext uri="{FF2B5EF4-FFF2-40B4-BE49-F238E27FC236}">
                        <a16:creationId xmlns:a16="http://schemas.microsoft.com/office/drawing/2014/main" id="{FD07A562-1BD3-3168-B64C-924C81CCDCD6}"/>
                      </a:ext>
                    </a:extLst>
                  </p:cNvPr>
                  <p:cNvSpPr/>
                  <p:nvPr/>
                </p:nvSpPr>
                <p:spPr>
                  <a:xfrm>
                    <a:off x="200022" y="0"/>
                    <a:ext cx="93662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96" name="Rectangle 32">
                    <a:extLst>
                      <a:ext uri="{FF2B5EF4-FFF2-40B4-BE49-F238E27FC236}">
                        <a16:creationId xmlns:a16="http://schemas.microsoft.com/office/drawing/2014/main" id="{A5B93BF0-6537-D9E2-83E1-C677800374FF}"/>
                      </a:ext>
                    </a:extLst>
                  </p:cNvPr>
                  <p:cNvSpPr/>
                  <p:nvPr/>
                </p:nvSpPr>
                <p:spPr>
                  <a:xfrm>
                    <a:off x="401632" y="0"/>
                    <a:ext cx="93662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97" name="Rectangle 33">
                    <a:extLst>
                      <a:ext uri="{FF2B5EF4-FFF2-40B4-BE49-F238E27FC236}">
                        <a16:creationId xmlns:a16="http://schemas.microsoft.com/office/drawing/2014/main" id="{F76C6D84-974A-1DA9-AC49-372FEF6C7C8D}"/>
                      </a:ext>
                    </a:extLst>
                  </p:cNvPr>
                  <p:cNvSpPr/>
                  <p:nvPr/>
                </p:nvSpPr>
                <p:spPr>
                  <a:xfrm>
                    <a:off x="601654" y="0"/>
                    <a:ext cx="95249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98" name="Rectangle 34">
                    <a:extLst>
                      <a:ext uri="{FF2B5EF4-FFF2-40B4-BE49-F238E27FC236}">
                        <a16:creationId xmlns:a16="http://schemas.microsoft.com/office/drawing/2014/main" id="{12A05016-F222-BA25-8973-0D9C1686C482}"/>
                      </a:ext>
                    </a:extLst>
                  </p:cNvPr>
                  <p:cNvSpPr/>
                  <p:nvPr/>
                </p:nvSpPr>
                <p:spPr>
                  <a:xfrm>
                    <a:off x="801676" y="0"/>
                    <a:ext cx="95249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99" name="Rectangle 35">
                    <a:extLst>
                      <a:ext uri="{FF2B5EF4-FFF2-40B4-BE49-F238E27FC236}">
                        <a16:creationId xmlns:a16="http://schemas.microsoft.com/office/drawing/2014/main" id="{02EC154D-8E85-018D-41F1-4089454CE620}"/>
                      </a:ext>
                    </a:extLst>
                  </p:cNvPr>
                  <p:cNvSpPr/>
                  <p:nvPr/>
                </p:nvSpPr>
                <p:spPr>
                  <a:xfrm>
                    <a:off x="1003286" y="0"/>
                    <a:ext cx="95249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</p:grpSp>
            <p:grpSp>
              <p:nvGrpSpPr>
                <p:cNvPr id="73" name="Group 43">
                  <a:extLst>
                    <a:ext uri="{FF2B5EF4-FFF2-40B4-BE49-F238E27FC236}">
                      <a16:creationId xmlns:a16="http://schemas.microsoft.com/office/drawing/2014/main" id="{83FE6A97-3C74-C72A-4EE9-453DBFFE7A7F}"/>
                    </a:ext>
                  </a:extLst>
                </p:cNvPr>
                <p:cNvGrpSpPr/>
                <p:nvPr/>
              </p:nvGrpSpPr>
              <p:grpSpPr>
                <a:xfrm>
                  <a:off x="0" y="809625"/>
                  <a:ext cx="1098535" cy="80963"/>
                  <a:chOff x="0" y="0"/>
                  <a:chExt cx="1098534" cy="80961"/>
                </a:xfrm>
              </p:grpSpPr>
              <p:sp>
                <p:nvSpPr>
                  <p:cNvPr id="88" name="Rectangle 37">
                    <a:extLst>
                      <a:ext uri="{FF2B5EF4-FFF2-40B4-BE49-F238E27FC236}">
                        <a16:creationId xmlns:a16="http://schemas.microsoft.com/office/drawing/2014/main" id="{DB5C1C44-E968-4C0F-F015-276064FDD0F1}"/>
                      </a:ext>
                    </a:extLst>
                  </p:cNvPr>
                  <p:cNvSpPr/>
                  <p:nvPr/>
                </p:nvSpPr>
                <p:spPr>
                  <a:xfrm>
                    <a:off x="0" y="0"/>
                    <a:ext cx="95249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89" name="Rectangle 38">
                    <a:extLst>
                      <a:ext uri="{FF2B5EF4-FFF2-40B4-BE49-F238E27FC236}">
                        <a16:creationId xmlns:a16="http://schemas.microsoft.com/office/drawing/2014/main" id="{827D2E1A-6419-6868-114A-D209B3606E37}"/>
                      </a:ext>
                    </a:extLst>
                  </p:cNvPr>
                  <p:cNvSpPr/>
                  <p:nvPr/>
                </p:nvSpPr>
                <p:spPr>
                  <a:xfrm>
                    <a:off x="200022" y="0"/>
                    <a:ext cx="93662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90" name="Rectangle 39">
                    <a:extLst>
                      <a:ext uri="{FF2B5EF4-FFF2-40B4-BE49-F238E27FC236}">
                        <a16:creationId xmlns:a16="http://schemas.microsoft.com/office/drawing/2014/main" id="{99D9569A-40D2-460A-1185-486D78BC6814}"/>
                      </a:ext>
                    </a:extLst>
                  </p:cNvPr>
                  <p:cNvSpPr/>
                  <p:nvPr/>
                </p:nvSpPr>
                <p:spPr>
                  <a:xfrm>
                    <a:off x="401632" y="0"/>
                    <a:ext cx="93662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91" name="Rectangle 40">
                    <a:extLst>
                      <a:ext uri="{FF2B5EF4-FFF2-40B4-BE49-F238E27FC236}">
                        <a16:creationId xmlns:a16="http://schemas.microsoft.com/office/drawing/2014/main" id="{C657798C-996A-2F52-A321-297808694417}"/>
                      </a:ext>
                    </a:extLst>
                  </p:cNvPr>
                  <p:cNvSpPr/>
                  <p:nvPr/>
                </p:nvSpPr>
                <p:spPr>
                  <a:xfrm>
                    <a:off x="601654" y="0"/>
                    <a:ext cx="95249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92" name="Rectangle 41">
                    <a:extLst>
                      <a:ext uri="{FF2B5EF4-FFF2-40B4-BE49-F238E27FC236}">
                        <a16:creationId xmlns:a16="http://schemas.microsoft.com/office/drawing/2014/main" id="{C4D63DCF-63A9-8688-578D-EE4C8BE709AB}"/>
                      </a:ext>
                    </a:extLst>
                  </p:cNvPr>
                  <p:cNvSpPr/>
                  <p:nvPr/>
                </p:nvSpPr>
                <p:spPr>
                  <a:xfrm>
                    <a:off x="801676" y="0"/>
                    <a:ext cx="95249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93" name="Rectangle 42">
                    <a:extLst>
                      <a:ext uri="{FF2B5EF4-FFF2-40B4-BE49-F238E27FC236}">
                        <a16:creationId xmlns:a16="http://schemas.microsoft.com/office/drawing/2014/main" id="{8714D222-A8BE-4729-40BF-ACCAA49C327F}"/>
                      </a:ext>
                    </a:extLst>
                  </p:cNvPr>
                  <p:cNvSpPr/>
                  <p:nvPr/>
                </p:nvSpPr>
                <p:spPr>
                  <a:xfrm>
                    <a:off x="1003286" y="0"/>
                    <a:ext cx="95249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</p:grpSp>
            <p:grpSp>
              <p:nvGrpSpPr>
                <p:cNvPr id="74" name="Group 50">
                  <a:extLst>
                    <a:ext uri="{FF2B5EF4-FFF2-40B4-BE49-F238E27FC236}">
                      <a16:creationId xmlns:a16="http://schemas.microsoft.com/office/drawing/2014/main" id="{78F84644-1A71-5EBD-A086-6044A2303FF9}"/>
                    </a:ext>
                  </a:extLst>
                </p:cNvPr>
                <p:cNvGrpSpPr/>
                <p:nvPr/>
              </p:nvGrpSpPr>
              <p:grpSpPr>
                <a:xfrm>
                  <a:off x="0" y="971550"/>
                  <a:ext cx="1098535" cy="80963"/>
                  <a:chOff x="0" y="0"/>
                  <a:chExt cx="1098534" cy="80961"/>
                </a:xfrm>
              </p:grpSpPr>
              <p:sp>
                <p:nvSpPr>
                  <p:cNvPr id="82" name="Rectangle 44">
                    <a:extLst>
                      <a:ext uri="{FF2B5EF4-FFF2-40B4-BE49-F238E27FC236}">
                        <a16:creationId xmlns:a16="http://schemas.microsoft.com/office/drawing/2014/main" id="{7500BC26-D407-3F4D-6D54-7ED1BF65A519}"/>
                      </a:ext>
                    </a:extLst>
                  </p:cNvPr>
                  <p:cNvSpPr/>
                  <p:nvPr/>
                </p:nvSpPr>
                <p:spPr>
                  <a:xfrm>
                    <a:off x="0" y="0"/>
                    <a:ext cx="95249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83" name="Rectangle 45">
                    <a:extLst>
                      <a:ext uri="{FF2B5EF4-FFF2-40B4-BE49-F238E27FC236}">
                        <a16:creationId xmlns:a16="http://schemas.microsoft.com/office/drawing/2014/main" id="{A162B8CF-33E6-45CA-1578-6CAED248701C}"/>
                      </a:ext>
                    </a:extLst>
                  </p:cNvPr>
                  <p:cNvSpPr/>
                  <p:nvPr/>
                </p:nvSpPr>
                <p:spPr>
                  <a:xfrm>
                    <a:off x="200022" y="0"/>
                    <a:ext cx="93662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84" name="Rectangle 46">
                    <a:extLst>
                      <a:ext uri="{FF2B5EF4-FFF2-40B4-BE49-F238E27FC236}">
                        <a16:creationId xmlns:a16="http://schemas.microsoft.com/office/drawing/2014/main" id="{E777DE42-1BB7-76E6-5F8E-AB8817549E17}"/>
                      </a:ext>
                    </a:extLst>
                  </p:cNvPr>
                  <p:cNvSpPr/>
                  <p:nvPr/>
                </p:nvSpPr>
                <p:spPr>
                  <a:xfrm>
                    <a:off x="401632" y="0"/>
                    <a:ext cx="93662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85" name="Rectangle 47">
                    <a:extLst>
                      <a:ext uri="{FF2B5EF4-FFF2-40B4-BE49-F238E27FC236}">
                        <a16:creationId xmlns:a16="http://schemas.microsoft.com/office/drawing/2014/main" id="{7DB2CC6C-C856-33DD-D471-3E637DC897D2}"/>
                      </a:ext>
                    </a:extLst>
                  </p:cNvPr>
                  <p:cNvSpPr/>
                  <p:nvPr/>
                </p:nvSpPr>
                <p:spPr>
                  <a:xfrm>
                    <a:off x="601654" y="0"/>
                    <a:ext cx="95249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86" name="Rectangle 48">
                    <a:extLst>
                      <a:ext uri="{FF2B5EF4-FFF2-40B4-BE49-F238E27FC236}">
                        <a16:creationId xmlns:a16="http://schemas.microsoft.com/office/drawing/2014/main" id="{70DC741A-A2C1-36F5-6E6B-F2D2C2D4ADF3}"/>
                      </a:ext>
                    </a:extLst>
                  </p:cNvPr>
                  <p:cNvSpPr/>
                  <p:nvPr/>
                </p:nvSpPr>
                <p:spPr>
                  <a:xfrm>
                    <a:off x="801676" y="0"/>
                    <a:ext cx="95249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87" name="Rectangle 49">
                    <a:extLst>
                      <a:ext uri="{FF2B5EF4-FFF2-40B4-BE49-F238E27FC236}">
                        <a16:creationId xmlns:a16="http://schemas.microsoft.com/office/drawing/2014/main" id="{532C4D36-64D9-98A7-7628-4A84D6C00541}"/>
                      </a:ext>
                    </a:extLst>
                  </p:cNvPr>
                  <p:cNvSpPr/>
                  <p:nvPr/>
                </p:nvSpPr>
                <p:spPr>
                  <a:xfrm>
                    <a:off x="1003286" y="0"/>
                    <a:ext cx="95249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</p:grpSp>
            <p:grpSp>
              <p:nvGrpSpPr>
                <p:cNvPr id="75" name="Group 57">
                  <a:extLst>
                    <a:ext uri="{FF2B5EF4-FFF2-40B4-BE49-F238E27FC236}">
                      <a16:creationId xmlns:a16="http://schemas.microsoft.com/office/drawing/2014/main" id="{218B9D4C-F996-3D46-C9C2-9AF45805A57F}"/>
                    </a:ext>
                  </a:extLst>
                </p:cNvPr>
                <p:cNvGrpSpPr/>
                <p:nvPr/>
              </p:nvGrpSpPr>
              <p:grpSpPr>
                <a:xfrm>
                  <a:off x="0" y="1134665"/>
                  <a:ext cx="1098535" cy="80963"/>
                  <a:chOff x="0" y="0"/>
                  <a:chExt cx="1098534" cy="80961"/>
                </a:xfrm>
              </p:grpSpPr>
              <p:sp>
                <p:nvSpPr>
                  <p:cNvPr id="76" name="Rectangle 51">
                    <a:extLst>
                      <a:ext uri="{FF2B5EF4-FFF2-40B4-BE49-F238E27FC236}">
                        <a16:creationId xmlns:a16="http://schemas.microsoft.com/office/drawing/2014/main" id="{398F8423-9AA0-9559-0E63-E8D012BE9765}"/>
                      </a:ext>
                    </a:extLst>
                  </p:cNvPr>
                  <p:cNvSpPr/>
                  <p:nvPr/>
                </p:nvSpPr>
                <p:spPr>
                  <a:xfrm>
                    <a:off x="0" y="0"/>
                    <a:ext cx="95249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77" name="Rectangle 52">
                    <a:extLst>
                      <a:ext uri="{FF2B5EF4-FFF2-40B4-BE49-F238E27FC236}">
                        <a16:creationId xmlns:a16="http://schemas.microsoft.com/office/drawing/2014/main" id="{D1AFE359-283F-B29F-B6DD-6DC3185B2A87}"/>
                      </a:ext>
                    </a:extLst>
                  </p:cNvPr>
                  <p:cNvSpPr/>
                  <p:nvPr/>
                </p:nvSpPr>
                <p:spPr>
                  <a:xfrm>
                    <a:off x="200022" y="0"/>
                    <a:ext cx="93662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78" name="Rectangle 53">
                    <a:extLst>
                      <a:ext uri="{FF2B5EF4-FFF2-40B4-BE49-F238E27FC236}">
                        <a16:creationId xmlns:a16="http://schemas.microsoft.com/office/drawing/2014/main" id="{B5FB9068-6ED3-EC3B-998F-E276470F1B15}"/>
                      </a:ext>
                    </a:extLst>
                  </p:cNvPr>
                  <p:cNvSpPr/>
                  <p:nvPr/>
                </p:nvSpPr>
                <p:spPr>
                  <a:xfrm>
                    <a:off x="401632" y="0"/>
                    <a:ext cx="93662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79" name="Rectangle 54">
                    <a:extLst>
                      <a:ext uri="{FF2B5EF4-FFF2-40B4-BE49-F238E27FC236}">
                        <a16:creationId xmlns:a16="http://schemas.microsoft.com/office/drawing/2014/main" id="{187BF4E1-4DFD-253C-7CF5-4D8C7C691F45}"/>
                      </a:ext>
                    </a:extLst>
                  </p:cNvPr>
                  <p:cNvSpPr/>
                  <p:nvPr/>
                </p:nvSpPr>
                <p:spPr>
                  <a:xfrm>
                    <a:off x="601654" y="0"/>
                    <a:ext cx="95249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80" name="Rectangle 55">
                    <a:extLst>
                      <a:ext uri="{FF2B5EF4-FFF2-40B4-BE49-F238E27FC236}">
                        <a16:creationId xmlns:a16="http://schemas.microsoft.com/office/drawing/2014/main" id="{648C5B2B-F5E0-1837-36C0-B888F97AC2B0}"/>
                      </a:ext>
                    </a:extLst>
                  </p:cNvPr>
                  <p:cNvSpPr/>
                  <p:nvPr/>
                </p:nvSpPr>
                <p:spPr>
                  <a:xfrm>
                    <a:off x="801676" y="0"/>
                    <a:ext cx="95249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81" name="Rectangle 56">
                    <a:extLst>
                      <a:ext uri="{FF2B5EF4-FFF2-40B4-BE49-F238E27FC236}">
                        <a16:creationId xmlns:a16="http://schemas.microsoft.com/office/drawing/2014/main" id="{A78F285A-DED1-535B-393A-9C8AF3DEFD7B}"/>
                      </a:ext>
                    </a:extLst>
                  </p:cNvPr>
                  <p:cNvSpPr/>
                  <p:nvPr/>
                </p:nvSpPr>
                <p:spPr>
                  <a:xfrm>
                    <a:off x="1003286" y="0"/>
                    <a:ext cx="95249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</p:grpSp>
          </p:grpSp>
          <p:grpSp>
            <p:nvGrpSpPr>
              <p:cNvPr id="11" name="Group 115">
                <a:extLst>
                  <a:ext uri="{FF2B5EF4-FFF2-40B4-BE49-F238E27FC236}">
                    <a16:creationId xmlns:a16="http://schemas.microsoft.com/office/drawing/2014/main" id="{73AD6000-3EBE-83B2-76F6-0F77D93766B0}"/>
                  </a:ext>
                </a:extLst>
              </p:cNvPr>
              <p:cNvGrpSpPr/>
              <p:nvPr/>
            </p:nvGrpSpPr>
            <p:grpSpPr>
              <a:xfrm>
                <a:off x="7858018" y="3764757"/>
                <a:ext cx="1096948" cy="1215628"/>
                <a:chOff x="0" y="0"/>
                <a:chExt cx="1096947" cy="1215627"/>
              </a:xfrm>
            </p:grpSpPr>
            <p:grpSp>
              <p:nvGrpSpPr>
                <p:cNvPr id="12" name="Group 65">
                  <a:extLst>
                    <a:ext uri="{FF2B5EF4-FFF2-40B4-BE49-F238E27FC236}">
                      <a16:creationId xmlns:a16="http://schemas.microsoft.com/office/drawing/2014/main" id="{E686307D-4D05-2090-7D2E-A5497844F84F}"/>
                    </a:ext>
                  </a:extLst>
                </p:cNvPr>
                <p:cNvGrpSpPr/>
                <p:nvPr/>
              </p:nvGrpSpPr>
              <p:grpSpPr>
                <a:xfrm>
                  <a:off x="-1" y="0"/>
                  <a:ext cx="1096949" cy="80962"/>
                  <a:chOff x="0" y="0"/>
                  <a:chExt cx="1096947" cy="80961"/>
                </a:xfrm>
              </p:grpSpPr>
              <p:sp>
                <p:nvSpPr>
                  <p:cNvPr id="62" name="Rectangle 59">
                    <a:extLst>
                      <a:ext uri="{FF2B5EF4-FFF2-40B4-BE49-F238E27FC236}">
                        <a16:creationId xmlns:a16="http://schemas.microsoft.com/office/drawing/2014/main" id="{81271B51-2B7D-B610-EF99-A7C3CCE97E55}"/>
                      </a:ext>
                    </a:extLst>
                  </p:cNvPr>
                  <p:cNvSpPr/>
                  <p:nvPr/>
                </p:nvSpPr>
                <p:spPr>
                  <a:xfrm>
                    <a:off x="-1" y="0"/>
                    <a:ext cx="93662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63" name="Rectangle 60">
                    <a:extLst>
                      <a:ext uri="{FF2B5EF4-FFF2-40B4-BE49-F238E27FC236}">
                        <a16:creationId xmlns:a16="http://schemas.microsoft.com/office/drawing/2014/main" id="{3DCFFC1E-4790-BCD6-C6D7-787A51645AF2}"/>
                      </a:ext>
                    </a:extLst>
                  </p:cNvPr>
                  <p:cNvSpPr/>
                  <p:nvPr/>
                </p:nvSpPr>
                <p:spPr>
                  <a:xfrm>
                    <a:off x="193672" y="0"/>
                    <a:ext cx="100012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64" name="Rectangle 61">
                    <a:extLst>
                      <a:ext uri="{FF2B5EF4-FFF2-40B4-BE49-F238E27FC236}">
                        <a16:creationId xmlns:a16="http://schemas.microsoft.com/office/drawing/2014/main" id="{A08F8BFF-B9A9-5A21-C9A2-9A0316191F24}"/>
                      </a:ext>
                    </a:extLst>
                  </p:cNvPr>
                  <p:cNvSpPr/>
                  <p:nvPr/>
                </p:nvSpPr>
                <p:spPr>
                  <a:xfrm>
                    <a:off x="400044" y="0"/>
                    <a:ext cx="95249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65" name="Rectangle 62">
                    <a:extLst>
                      <a:ext uri="{FF2B5EF4-FFF2-40B4-BE49-F238E27FC236}">
                        <a16:creationId xmlns:a16="http://schemas.microsoft.com/office/drawing/2014/main" id="{80A0A88C-8BF4-6D54-0C51-510C06F47A0B}"/>
                      </a:ext>
                    </a:extLst>
                  </p:cNvPr>
                  <p:cNvSpPr/>
                  <p:nvPr/>
                </p:nvSpPr>
                <p:spPr>
                  <a:xfrm>
                    <a:off x="600066" y="0"/>
                    <a:ext cx="95249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66" name="Rectangle 63">
                    <a:extLst>
                      <a:ext uri="{FF2B5EF4-FFF2-40B4-BE49-F238E27FC236}">
                        <a16:creationId xmlns:a16="http://schemas.microsoft.com/office/drawing/2014/main" id="{B23588F7-B914-0BA3-9EA1-4300C51083E4}"/>
                      </a:ext>
                    </a:extLst>
                  </p:cNvPr>
                  <p:cNvSpPr/>
                  <p:nvPr/>
                </p:nvSpPr>
                <p:spPr>
                  <a:xfrm>
                    <a:off x="801676" y="0"/>
                    <a:ext cx="93662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67" name="Rectangle 64">
                    <a:extLst>
                      <a:ext uri="{FF2B5EF4-FFF2-40B4-BE49-F238E27FC236}">
                        <a16:creationId xmlns:a16="http://schemas.microsoft.com/office/drawing/2014/main" id="{023F74C0-D131-ABA2-4613-250C6981FF26}"/>
                      </a:ext>
                    </a:extLst>
                  </p:cNvPr>
                  <p:cNvSpPr/>
                  <p:nvPr/>
                </p:nvSpPr>
                <p:spPr>
                  <a:xfrm>
                    <a:off x="1003286" y="0"/>
                    <a:ext cx="93662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</p:grpSp>
            <p:grpSp>
              <p:nvGrpSpPr>
                <p:cNvPr id="13" name="Group 72">
                  <a:extLst>
                    <a:ext uri="{FF2B5EF4-FFF2-40B4-BE49-F238E27FC236}">
                      <a16:creationId xmlns:a16="http://schemas.microsoft.com/office/drawing/2014/main" id="{65ACCCE4-1980-0026-1845-07A41D3A4A45}"/>
                    </a:ext>
                  </a:extLst>
                </p:cNvPr>
                <p:cNvGrpSpPr/>
                <p:nvPr/>
              </p:nvGrpSpPr>
              <p:grpSpPr>
                <a:xfrm>
                  <a:off x="-1" y="159543"/>
                  <a:ext cx="1096949" cy="80963"/>
                  <a:chOff x="0" y="0"/>
                  <a:chExt cx="1096947" cy="80961"/>
                </a:xfrm>
              </p:grpSpPr>
              <p:sp>
                <p:nvSpPr>
                  <p:cNvPr id="56" name="Rectangle 66">
                    <a:extLst>
                      <a:ext uri="{FF2B5EF4-FFF2-40B4-BE49-F238E27FC236}">
                        <a16:creationId xmlns:a16="http://schemas.microsoft.com/office/drawing/2014/main" id="{C00097A5-3144-E2FE-E2B1-BD8BF861580A}"/>
                      </a:ext>
                    </a:extLst>
                  </p:cNvPr>
                  <p:cNvSpPr/>
                  <p:nvPr/>
                </p:nvSpPr>
                <p:spPr>
                  <a:xfrm>
                    <a:off x="-1" y="0"/>
                    <a:ext cx="93662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57" name="Rectangle 67">
                    <a:extLst>
                      <a:ext uri="{FF2B5EF4-FFF2-40B4-BE49-F238E27FC236}">
                        <a16:creationId xmlns:a16="http://schemas.microsoft.com/office/drawing/2014/main" id="{A83FF455-189F-D4F5-CFE2-F42F9A137281}"/>
                      </a:ext>
                    </a:extLst>
                  </p:cNvPr>
                  <p:cNvSpPr/>
                  <p:nvPr/>
                </p:nvSpPr>
                <p:spPr>
                  <a:xfrm>
                    <a:off x="193672" y="0"/>
                    <a:ext cx="100012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58" name="Rectangle 68">
                    <a:extLst>
                      <a:ext uri="{FF2B5EF4-FFF2-40B4-BE49-F238E27FC236}">
                        <a16:creationId xmlns:a16="http://schemas.microsoft.com/office/drawing/2014/main" id="{298EAEAB-D211-7502-C9A9-79DFD5062625}"/>
                      </a:ext>
                    </a:extLst>
                  </p:cNvPr>
                  <p:cNvSpPr/>
                  <p:nvPr/>
                </p:nvSpPr>
                <p:spPr>
                  <a:xfrm>
                    <a:off x="400044" y="0"/>
                    <a:ext cx="95249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59" name="Rectangle 69">
                    <a:extLst>
                      <a:ext uri="{FF2B5EF4-FFF2-40B4-BE49-F238E27FC236}">
                        <a16:creationId xmlns:a16="http://schemas.microsoft.com/office/drawing/2014/main" id="{67F6581C-72C3-9D33-9A1A-95E1F6B67545}"/>
                      </a:ext>
                    </a:extLst>
                  </p:cNvPr>
                  <p:cNvSpPr/>
                  <p:nvPr/>
                </p:nvSpPr>
                <p:spPr>
                  <a:xfrm>
                    <a:off x="600066" y="0"/>
                    <a:ext cx="95249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60" name="Rectangle 70">
                    <a:extLst>
                      <a:ext uri="{FF2B5EF4-FFF2-40B4-BE49-F238E27FC236}">
                        <a16:creationId xmlns:a16="http://schemas.microsoft.com/office/drawing/2014/main" id="{DFE0EB91-5238-E3E5-70B9-17BE7143EDDE}"/>
                      </a:ext>
                    </a:extLst>
                  </p:cNvPr>
                  <p:cNvSpPr/>
                  <p:nvPr/>
                </p:nvSpPr>
                <p:spPr>
                  <a:xfrm>
                    <a:off x="801676" y="0"/>
                    <a:ext cx="93662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61" name="Rectangle 71">
                    <a:extLst>
                      <a:ext uri="{FF2B5EF4-FFF2-40B4-BE49-F238E27FC236}">
                        <a16:creationId xmlns:a16="http://schemas.microsoft.com/office/drawing/2014/main" id="{0914D9B0-BB3A-D8DF-870D-EB2C7AD918F1}"/>
                      </a:ext>
                    </a:extLst>
                  </p:cNvPr>
                  <p:cNvSpPr/>
                  <p:nvPr/>
                </p:nvSpPr>
                <p:spPr>
                  <a:xfrm>
                    <a:off x="1003286" y="0"/>
                    <a:ext cx="93662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</p:grpSp>
            <p:grpSp>
              <p:nvGrpSpPr>
                <p:cNvPr id="14" name="Group 79">
                  <a:extLst>
                    <a:ext uri="{FF2B5EF4-FFF2-40B4-BE49-F238E27FC236}">
                      <a16:creationId xmlns:a16="http://schemas.microsoft.com/office/drawing/2014/main" id="{8770A462-BF00-7E5F-92A3-26E1930046A4}"/>
                    </a:ext>
                  </a:extLst>
                </p:cNvPr>
                <p:cNvGrpSpPr/>
                <p:nvPr/>
              </p:nvGrpSpPr>
              <p:grpSpPr>
                <a:xfrm>
                  <a:off x="-1" y="322659"/>
                  <a:ext cx="1096949" cy="80963"/>
                  <a:chOff x="0" y="0"/>
                  <a:chExt cx="1096947" cy="80961"/>
                </a:xfrm>
              </p:grpSpPr>
              <p:sp>
                <p:nvSpPr>
                  <p:cNvPr id="50" name="Rectangle 73">
                    <a:extLst>
                      <a:ext uri="{FF2B5EF4-FFF2-40B4-BE49-F238E27FC236}">
                        <a16:creationId xmlns:a16="http://schemas.microsoft.com/office/drawing/2014/main" id="{FCEAE4B3-3524-1A6B-7B06-BB848DBF9FA5}"/>
                      </a:ext>
                    </a:extLst>
                  </p:cNvPr>
                  <p:cNvSpPr/>
                  <p:nvPr/>
                </p:nvSpPr>
                <p:spPr>
                  <a:xfrm>
                    <a:off x="-1" y="0"/>
                    <a:ext cx="93662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51" name="Rectangle 74">
                    <a:extLst>
                      <a:ext uri="{FF2B5EF4-FFF2-40B4-BE49-F238E27FC236}">
                        <a16:creationId xmlns:a16="http://schemas.microsoft.com/office/drawing/2014/main" id="{0DAC3734-B9C2-9B53-0AFF-CA2159B18583}"/>
                      </a:ext>
                    </a:extLst>
                  </p:cNvPr>
                  <p:cNvSpPr/>
                  <p:nvPr/>
                </p:nvSpPr>
                <p:spPr>
                  <a:xfrm>
                    <a:off x="193672" y="0"/>
                    <a:ext cx="100012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52" name="Rectangle 75">
                    <a:extLst>
                      <a:ext uri="{FF2B5EF4-FFF2-40B4-BE49-F238E27FC236}">
                        <a16:creationId xmlns:a16="http://schemas.microsoft.com/office/drawing/2014/main" id="{C5B3633E-1F25-E6CD-9249-1E4B33270875}"/>
                      </a:ext>
                    </a:extLst>
                  </p:cNvPr>
                  <p:cNvSpPr/>
                  <p:nvPr/>
                </p:nvSpPr>
                <p:spPr>
                  <a:xfrm>
                    <a:off x="400044" y="0"/>
                    <a:ext cx="95249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53" name="Rectangle 76">
                    <a:extLst>
                      <a:ext uri="{FF2B5EF4-FFF2-40B4-BE49-F238E27FC236}">
                        <a16:creationId xmlns:a16="http://schemas.microsoft.com/office/drawing/2014/main" id="{F12B7C4D-9E2C-109C-F08C-585F7A478FCC}"/>
                      </a:ext>
                    </a:extLst>
                  </p:cNvPr>
                  <p:cNvSpPr/>
                  <p:nvPr/>
                </p:nvSpPr>
                <p:spPr>
                  <a:xfrm>
                    <a:off x="600066" y="0"/>
                    <a:ext cx="95249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54" name="Rectangle 77">
                    <a:extLst>
                      <a:ext uri="{FF2B5EF4-FFF2-40B4-BE49-F238E27FC236}">
                        <a16:creationId xmlns:a16="http://schemas.microsoft.com/office/drawing/2014/main" id="{95E6D3EC-76BE-4CB8-8253-894DB1CDB934}"/>
                      </a:ext>
                    </a:extLst>
                  </p:cNvPr>
                  <p:cNvSpPr/>
                  <p:nvPr/>
                </p:nvSpPr>
                <p:spPr>
                  <a:xfrm>
                    <a:off x="801676" y="0"/>
                    <a:ext cx="93662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55" name="Rectangle 78">
                    <a:extLst>
                      <a:ext uri="{FF2B5EF4-FFF2-40B4-BE49-F238E27FC236}">
                        <a16:creationId xmlns:a16="http://schemas.microsoft.com/office/drawing/2014/main" id="{B3B18AFD-A8D3-7857-1E44-FCE5D81794DB}"/>
                      </a:ext>
                    </a:extLst>
                  </p:cNvPr>
                  <p:cNvSpPr/>
                  <p:nvPr/>
                </p:nvSpPr>
                <p:spPr>
                  <a:xfrm>
                    <a:off x="1003286" y="0"/>
                    <a:ext cx="93662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</p:grpSp>
            <p:grpSp>
              <p:nvGrpSpPr>
                <p:cNvPr id="15" name="Group 86">
                  <a:extLst>
                    <a:ext uri="{FF2B5EF4-FFF2-40B4-BE49-F238E27FC236}">
                      <a16:creationId xmlns:a16="http://schemas.microsoft.com/office/drawing/2014/main" id="{F6BE9DF0-ABB4-307A-97E7-1167B0B5531C}"/>
                    </a:ext>
                  </a:extLst>
                </p:cNvPr>
                <p:cNvGrpSpPr/>
                <p:nvPr/>
              </p:nvGrpSpPr>
              <p:grpSpPr>
                <a:xfrm>
                  <a:off x="-1" y="485775"/>
                  <a:ext cx="1096949" cy="80963"/>
                  <a:chOff x="0" y="0"/>
                  <a:chExt cx="1096947" cy="80961"/>
                </a:xfrm>
              </p:grpSpPr>
              <p:sp>
                <p:nvSpPr>
                  <p:cNvPr id="44" name="Rectangle 80">
                    <a:extLst>
                      <a:ext uri="{FF2B5EF4-FFF2-40B4-BE49-F238E27FC236}">
                        <a16:creationId xmlns:a16="http://schemas.microsoft.com/office/drawing/2014/main" id="{18B28272-1F34-1BB9-3CD4-6600889A9C2D}"/>
                      </a:ext>
                    </a:extLst>
                  </p:cNvPr>
                  <p:cNvSpPr/>
                  <p:nvPr/>
                </p:nvSpPr>
                <p:spPr>
                  <a:xfrm>
                    <a:off x="-1" y="0"/>
                    <a:ext cx="93662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45" name="Rectangle 81">
                    <a:extLst>
                      <a:ext uri="{FF2B5EF4-FFF2-40B4-BE49-F238E27FC236}">
                        <a16:creationId xmlns:a16="http://schemas.microsoft.com/office/drawing/2014/main" id="{88414617-15AD-1BE7-2611-09A7F5FF7E33}"/>
                      </a:ext>
                    </a:extLst>
                  </p:cNvPr>
                  <p:cNvSpPr/>
                  <p:nvPr/>
                </p:nvSpPr>
                <p:spPr>
                  <a:xfrm>
                    <a:off x="193672" y="0"/>
                    <a:ext cx="100012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46" name="Rectangle 82">
                    <a:extLst>
                      <a:ext uri="{FF2B5EF4-FFF2-40B4-BE49-F238E27FC236}">
                        <a16:creationId xmlns:a16="http://schemas.microsoft.com/office/drawing/2014/main" id="{11EFA20B-7C35-8276-28A6-6483D7353209}"/>
                      </a:ext>
                    </a:extLst>
                  </p:cNvPr>
                  <p:cNvSpPr/>
                  <p:nvPr/>
                </p:nvSpPr>
                <p:spPr>
                  <a:xfrm>
                    <a:off x="400044" y="0"/>
                    <a:ext cx="95249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47" name="Rectangle 83">
                    <a:extLst>
                      <a:ext uri="{FF2B5EF4-FFF2-40B4-BE49-F238E27FC236}">
                        <a16:creationId xmlns:a16="http://schemas.microsoft.com/office/drawing/2014/main" id="{46B8F03F-608A-CE2B-6E69-F0DBFB61CD50}"/>
                      </a:ext>
                    </a:extLst>
                  </p:cNvPr>
                  <p:cNvSpPr/>
                  <p:nvPr/>
                </p:nvSpPr>
                <p:spPr>
                  <a:xfrm>
                    <a:off x="600066" y="0"/>
                    <a:ext cx="95249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48" name="Rectangle 84">
                    <a:extLst>
                      <a:ext uri="{FF2B5EF4-FFF2-40B4-BE49-F238E27FC236}">
                        <a16:creationId xmlns:a16="http://schemas.microsoft.com/office/drawing/2014/main" id="{36457601-9A3C-7058-301A-FA831AB56ABB}"/>
                      </a:ext>
                    </a:extLst>
                  </p:cNvPr>
                  <p:cNvSpPr/>
                  <p:nvPr/>
                </p:nvSpPr>
                <p:spPr>
                  <a:xfrm>
                    <a:off x="801676" y="0"/>
                    <a:ext cx="93662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49" name="Rectangle 85">
                    <a:extLst>
                      <a:ext uri="{FF2B5EF4-FFF2-40B4-BE49-F238E27FC236}">
                        <a16:creationId xmlns:a16="http://schemas.microsoft.com/office/drawing/2014/main" id="{D2B09F3A-6F81-C518-8BBD-570A0358376E}"/>
                      </a:ext>
                    </a:extLst>
                  </p:cNvPr>
                  <p:cNvSpPr/>
                  <p:nvPr/>
                </p:nvSpPr>
                <p:spPr>
                  <a:xfrm>
                    <a:off x="1003286" y="0"/>
                    <a:ext cx="93662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</p:grpSp>
            <p:grpSp>
              <p:nvGrpSpPr>
                <p:cNvPr id="16" name="Group 93">
                  <a:extLst>
                    <a:ext uri="{FF2B5EF4-FFF2-40B4-BE49-F238E27FC236}">
                      <a16:creationId xmlns:a16="http://schemas.microsoft.com/office/drawing/2014/main" id="{164CFDE4-525E-8A15-3B26-79A68F7E9E9A}"/>
                    </a:ext>
                  </a:extLst>
                </p:cNvPr>
                <p:cNvGrpSpPr/>
                <p:nvPr/>
              </p:nvGrpSpPr>
              <p:grpSpPr>
                <a:xfrm>
                  <a:off x="-1" y="646509"/>
                  <a:ext cx="1096949" cy="80963"/>
                  <a:chOff x="0" y="0"/>
                  <a:chExt cx="1096947" cy="80961"/>
                </a:xfrm>
              </p:grpSpPr>
              <p:sp>
                <p:nvSpPr>
                  <p:cNvPr id="38" name="Rectangle 87">
                    <a:extLst>
                      <a:ext uri="{FF2B5EF4-FFF2-40B4-BE49-F238E27FC236}">
                        <a16:creationId xmlns:a16="http://schemas.microsoft.com/office/drawing/2014/main" id="{0D337EA4-0E19-D027-EE55-0A49BA6879B4}"/>
                      </a:ext>
                    </a:extLst>
                  </p:cNvPr>
                  <p:cNvSpPr/>
                  <p:nvPr/>
                </p:nvSpPr>
                <p:spPr>
                  <a:xfrm>
                    <a:off x="-1" y="0"/>
                    <a:ext cx="93662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39" name="Rectangle 88">
                    <a:extLst>
                      <a:ext uri="{FF2B5EF4-FFF2-40B4-BE49-F238E27FC236}">
                        <a16:creationId xmlns:a16="http://schemas.microsoft.com/office/drawing/2014/main" id="{8EBED5ED-F009-FE88-CCA6-83A19DC7B293}"/>
                      </a:ext>
                    </a:extLst>
                  </p:cNvPr>
                  <p:cNvSpPr/>
                  <p:nvPr/>
                </p:nvSpPr>
                <p:spPr>
                  <a:xfrm>
                    <a:off x="193672" y="0"/>
                    <a:ext cx="100012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40" name="Rectangle 89">
                    <a:extLst>
                      <a:ext uri="{FF2B5EF4-FFF2-40B4-BE49-F238E27FC236}">
                        <a16:creationId xmlns:a16="http://schemas.microsoft.com/office/drawing/2014/main" id="{C903393F-D2F3-09B3-6503-7CC31807791F}"/>
                      </a:ext>
                    </a:extLst>
                  </p:cNvPr>
                  <p:cNvSpPr/>
                  <p:nvPr/>
                </p:nvSpPr>
                <p:spPr>
                  <a:xfrm>
                    <a:off x="400044" y="0"/>
                    <a:ext cx="95249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41" name="Rectangle 90">
                    <a:extLst>
                      <a:ext uri="{FF2B5EF4-FFF2-40B4-BE49-F238E27FC236}">
                        <a16:creationId xmlns:a16="http://schemas.microsoft.com/office/drawing/2014/main" id="{A6DCE567-2BC1-F5AC-C0CD-1C4F16AD416F}"/>
                      </a:ext>
                    </a:extLst>
                  </p:cNvPr>
                  <p:cNvSpPr/>
                  <p:nvPr/>
                </p:nvSpPr>
                <p:spPr>
                  <a:xfrm>
                    <a:off x="600066" y="0"/>
                    <a:ext cx="95249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42" name="Rectangle 91">
                    <a:extLst>
                      <a:ext uri="{FF2B5EF4-FFF2-40B4-BE49-F238E27FC236}">
                        <a16:creationId xmlns:a16="http://schemas.microsoft.com/office/drawing/2014/main" id="{DA92A6C1-7CF7-5B0D-96A6-AC281A019EA1}"/>
                      </a:ext>
                    </a:extLst>
                  </p:cNvPr>
                  <p:cNvSpPr/>
                  <p:nvPr/>
                </p:nvSpPr>
                <p:spPr>
                  <a:xfrm>
                    <a:off x="801676" y="0"/>
                    <a:ext cx="93662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43" name="Rectangle 92">
                    <a:extLst>
                      <a:ext uri="{FF2B5EF4-FFF2-40B4-BE49-F238E27FC236}">
                        <a16:creationId xmlns:a16="http://schemas.microsoft.com/office/drawing/2014/main" id="{B6C0E9D3-149D-9C73-6854-6EAC42819E4C}"/>
                      </a:ext>
                    </a:extLst>
                  </p:cNvPr>
                  <p:cNvSpPr/>
                  <p:nvPr/>
                </p:nvSpPr>
                <p:spPr>
                  <a:xfrm>
                    <a:off x="1003286" y="0"/>
                    <a:ext cx="93662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</p:grpSp>
            <p:grpSp>
              <p:nvGrpSpPr>
                <p:cNvPr id="17" name="Group 100">
                  <a:extLst>
                    <a:ext uri="{FF2B5EF4-FFF2-40B4-BE49-F238E27FC236}">
                      <a16:creationId xmlns:a16="http://schemas.microsoft.com/office/drawing/2014/main" id="{89CC975B-FDFD-FAED-C02C-C5384B52656B}"/>
                    </a:ext>
                  </a:extLst>
                </p:cNvPr>
                <p:cNvGrpSpPr/>
                <p:nvPr/>
              </p:nvGrpSpPr>
              <p:grpSpPr>
                <a:xfrm>
                  <a:off x="-1" y="809625"/>
                  <a:ext cx="1096949" cy="80963"/>
                  <a:chOff x="0" y="0"/>
                  <a:chExt cx="1096947" cy="80961"/>
                </a:xfrm>
              </p:grpSpPr>
              <p:sp>
                <p:nvSpPr>
                  <p:cNvPr id="32" name="Rectangle 94">
                    <a:extLst>
                      <a:ext uri="{FF2B5EF4-FFF2-40B4-BE49-F238E27FC236}">
                        <a16:creationId xmlns:a16="http://schemas.microsoft.com/office/drawing/2014/main" id="{3937AA55-A590-3FC3-15F7-1C392CE9277D}"/>
                      </a:ext>
                    </a:extLst>
                  </p:cNvPr>
                  <p:cNvSpPr/>
                  <p:nvPr/>
                </p:nvSpPr>
                <p:spPr>
                  <a:xfrm>
                    <a:off x="-1" y="0"/>
                    <a:ext cx="93662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33" name="Rectangle 95">
                    <a:extLst>
                      <a:ext uri="{FF2B5EF4-FFF2-40B4-BE49-F238E27FC236}">
                        <a16:creationId xmlns:a16="http://schemas.microsoft.com/office/drawing/2014/main" id="{7C07A8E9-B109-C7DF-A933-F5E754FCD7FE}"/>
                      </a:ext>
                    </a:extLst>
                  </p:cNvPr>
                  <p:cNvSpPr/>
                  <p:nvPr/>
                </p:nvSpPr>
                <p:spPr>
                  <a:xfrm>
                    <a:off x="193672" y="0"/>
                    <a:ext cx="100012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34" name="Rectangle 96">
                    <a:extLst>
                      <a:ext uri="{FF2B5EF4-FFF2-40B4-BE49-F238E27FC236}">
                        <a16:creationId xmlns:a16="http://schemas.microsoft.com/office/drawing/2014/main" id="{65580E22-3548-1C03-2C0D-5EBD483F5DA2}"/>
                      </a:ext>
                    </a:extLst>
                  </p:cNvPr>
                  <p:cNvSpPr/>
                  <p:nvPr/>
                </p:nvSpPr>
                <p:spPr>
                  <a:xfrm>
                    <a:off x="400044" y="0"/>
                    <a:ext cx="95249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35" name="Rectangle 97">
                    <a:extLst>
                      <a:ext uri="{FF2B5EF4-FFF2-40B4-BE49-F238E27FC236}">
                        <a16:creationId xmlns:a16="http://schemas.microsoft.com/office/drawing/2014/main" id="{47F585E7-4100-03DD-C246-A4BCB4337AA1}"/>
                      </a:ext>
                    </a:extLst>
                  </p:cNvPr>
                  <p:cNvSpPr/>
                  <p:nvPr/>
                </p:nvSpPr>
                <p:spPr>
                  <a:xfrm>
                    <a:off x="600066" y="0"/>
                    <a:ext cx="95249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36" name="Rectangle 98">
                    <a:extLst>
                      <a:ext uri="{FF2B5EF4-FFF2-40B4-BE49-F238E27FC236}">
                        <a16:creationId xmlns:a16="http://schemas.microsoft.com/office/drawing/2014/main" id="{BD15CF54-2B53-6071-8266-FFE8D56C17BB}"/>
                      </a:ext>
                    </a:extLst>
                  </p:cNvPr>
                  <p:cNvSpPr/>
                  <p:nvPr/>
                </p:nvSpPr>
                <p:spPr>
                  <a:xfrm>
                    <a:off x="801676" y="0"/>
                    <a:ext cx="93662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37" name="Rectangle 99">
                    <a:extLst>
                      <a:ext uri="{FF2B5EF4-FFF2-40B4-BE49-F238E27FC236}">
                        <a16:creationId xmlns:a16="http://schemas.microsoft.com/office/drawing/2014/main" id="{F19C069A-A6EB-61D0-8F41-6FFE5EF54698}"/>
                      </a:ext>
                    </a:extLst>
                  </p:cNvPr>
                  <p:cNvSpPr/>
                  <p:nvPr/>
                </p:nvSpPr>
                <p:spPr>
                  <a:xfrm>
                    <a:off x="1003286" y="0"/>
                    <a:ext cx="93662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</p:grpSp>
            <p:grpSp>
              <p:nvGrpSpPr>
                <p:cNvPr id="18" name="Group 107">
                  <a:extLst>
                    <a:ext uri="{FF2B5EF4-FFF2-40B4-BE49-F238E27FC236}">
                      <a16:creationId xmlns:a16="http://schemas.microsoft.com/office/drawing/2014/main" id="{3CA7937E-EAFD-9BD6-2056-23366FA3F7A8}"/>
                    </a:ext>
                  </a:extLst>
                </p:cNvPr>
                <p:cNvGrpSpPr/>
                <p:nvPr/>
              </p:nvGrpSpPr>
              <p:grpSpPr>
                <a:xfrm>
                  <a:off x="-1" y="971550"/>
                  <a:ext cx="1096949" cy="80963"/>
                  <a:chOff x="0" y="0"/>
                  <a:chExt cx="1096947" cy="80961"/>
                </a:xfrm>
              </p:grpSpPr>
              <p:sp>
                <p:nvSpPr>
                  <p:cNvPr id="26" name="Rectangle 101">
                    <a:extLst>
                      <a:ext uri="{FF2B5EF4-FFF2-40B4-BE49-F238E27FC236}">
                        <a16:creationId xmlns:a16="http://schemas.microsoft.com/office/drawing/2014/main" id="{7F710A10-D4A6-1EDB-945B-0DE574AA8CD9}"/>
                      </a:ext>
                    </a:extLst>
                  </p:cNvPr>
                  <p:cNvSpPr/>
                  <p:nvPr/>
                </p:nvSpPr>
                <p:spPr>
                  <a:xfrm>
                    <a:off x="-1" y="0"/>
                    <a:ext cx="93662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27" name="Rectangle 102">
                    <a:extLst>
                      <a:ext uri="{FF2B5EF4-FFF2-40B4-BE49-F238E27FC236}">
                        <a16:creationId xmlns:a16="http://schemas.microsoft.com/office/drawing/2014/main" id="{F6B80E7F-0B72-25D7-A167-0CF8F1FC7F8E}"/>
                      </a:ext>
                    </a:extLst>
                  </p:cNvPr>
                  <p:cNvSpPr/>
                  <p:nvPr/>
                </p:nvSpPr>
                <p:spPr>
                  <a:xfrm>
                    <a:off x="193672" y="0"/>
                    <a:ext cx="100012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28" name="Rectangle 103">
                    <a:extLst>
                      <a:ext uri="{FF2B5EF4-FFF2-40B4-BE49-F238E27FC236}">
                        <a16:creationId xmlns:a16="http://schemas.microsoft.com/office/drawing/2014/main" id="{8F48439F-B8B9-4957-325B-AF685D5BBA91}"/>
                      </a:ext>
                    </a:extLst>
                  </p:cNvPr>
                  <p:cNvSpPr/>
                  <p:nvPr/>
                </p:nvSpPr>
                <p:spPr>
                  <a:xfrm>
                    <a:off x="400044" y="0"/>
                    <a:ext cx="95249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29" name="Rectangle 104">
                    <a:extLst>
                      <a:ext uri="{FF2B5EF4-FFF2-40B4-BE49-F238E27FC236}">
                        <a16:creationId xmlns:a16="http://schemas.microsoft.com/office/drawing/2014/main" id="{7D37B741-797D-985E-86B1-3A52E6BB5697}"/>
                      </a:ext>
                    </a:extLst>
                  </p:cNvPr>
                  <p:cNvSpPr/>
                  <p:nvPr/>
                </p:nvSpPr>
                <p:spPr>
                  <a:xfrm>
                    <a:off x="600066" y="0"/>
                    <a:ext cx="95249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30" name="Rectangle 105">
                    <a:extLst>
                      <a:ext uri="{FF2B5EF4-FFF2-40B4-BE49-F238E27FC236}">
                        <a16:creationId xmlns:a16="http://schemas.microsoft.com/office/drawing/2014/main" id="{657946CD-79C4-D0D0-4527-BEE186EC5B50}"/>
                      </a:ext>
                    </a:extLst>
                  </p:cNvPr>
                  <p:cNvSpPr/>
                  <p:nvPr/>
                </p:nvSpPr>
                <p:spPr>
                  <a:xfrm>
                    <a:off x="801676" y="0"/>
                    <a:ext cx="93662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31" name="Rectangle 106">
                    <a:extLst>
                      <a:ext uri="{FF2B5EF4-FFF2-40B4-BE49-F238E27FC236}">
                        <a16:creationId xmlns:a16="http://schemas.microsoft.com/office/drawing/2014/main" id="{1BB16274-7EFC-5971-12F6-1C329A021705}"/>
                      </a:ext>
                    </a:extLst>
                  </p:cNvPr>
                  <p:cNvSpPr/>
                  <p:nvPr/>
                </p:nvSpPr>
                <p:spPr>
                  <a:xfrm>
                    <a:off x="1003286" y="0"/>
                    <a:ext cx="93662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</p:grpSp>
            <p:grpSp>
              <p:nvGrpSpPr>
                <p:cNvPr id="19" name="Group 114">
                  <a:extLst>
                    <a:ext uri="{FF2B5EF4-FFF2-40B4-BE49-F238E27FC236}">
                      <a16:creationId xmlns:a16="http://schemas.microsoft.com/office/drawing/2014/main" id="{79F8156D-3AF1-73F1-776C-FF3422866759}"/>
                    </a:ext>
                  </a:extLst>
                </p:cNvPr>
                <p:cNvGrpSpPr/>
                <p:nvPr/>
              </p:nvGrpSpPr>
              <p:grpSpPr>
                <a:xfrm>
                  <a:off x="-1" y="1134665"/>
                  <a:ext cx="1096949" cy="80963"/>
                  <a:chOff x="0" y="0"/>
                  <a:chExt cx="1096947" cy="80961"/>
                </a:xfrm>
              </p:grpSpPr>
              <p:sp>
                <p:nvSpPr>
                  <p:cNvPr id="20" name="Rectangle 108">
                    <a:extLst>
                      <a:ext uri="{FF2B5EF4-FFF2-40B4-BE49-F238E27FC236}">
                        <a16:creationId xmlns:a16="http://schemas.microsoft.com/office/drawing/2014/main" id="{F613350D-A6E0-8A30-CFAB-B1D7FF65C82A}"/>
                      </a:ext>
                    </a:extLst>
                  </p:cNvPr>
                  <p:cNvSpPr/>
                  <p:nvPr/>
                </p:nvSpPr>
                <p:spPr>
                  <a:xfrm>
                    <a:off x="-1" y="0"/>
                    <a:ext cx="93662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21" name="Rectangle 109">
                    <a:extLst>
                      <a:ext uri="{FF2B5EF4-FFF2-40B4-BE49-F238E27FC236}">
                        <a16:creationId xmlns:a16="http://schemas.microsoft.com/office/drawing/2014/main" id="{8F39E598-A568-DD4D-0396-11137CE259C2}"/>
                      </a:ext>
                    </a:extLst>
                  </p:cNvPr>
                  <p:cNvSpPr/>
                  <p:nvPr/>
                </p:nvSpPr>
                <p:spPr>
                  <a:xfrm>
                    <a:off x="193672" y="0"/>
                    <a:ext cx="100012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22" name="Rectangle 110">
                    <a:extLst>
                      <a:ext uri="{FF2B5EF4-FFF2-40B4-BE49-F238E27FC236}">
                        <a16:creationId xmlns:a16="http://schemas.microsoft.com/office/drawing/2014/main" id="{F045A026-494E-35CD-7ADB-BA0EA4EE20BD}"/>
                      </a:ext>
                    </a:extLst>
                  </p:cNvPr>
                  <p:cNvSpPr/>
                  <p:nvPr/>
                </p:nvSpPr>
                <p:spPr>
                  <a:xfrm>
                    <a:off x="400044" y="0"/>
                    <a:ext cx="95249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23" name="Rectangle 111">
                    <a:extLst>
                      <a:ext uri="{FF2B5EF4-FFF2-40B4-BE49-F238E27FC236}">
                        <a16:creationId xmlns:a16="http://schemas.microsoft.com/office/drawing/2014/main" id="{7953D3FA-8E70-3D19-E90E-FF55E285BFF0}"/>
                      </a:ext>
                    </a:extLst>
                  </p:cNvPr>
                  <p:cNvSpPr/>
                  <p:nvPr/>
                </p:nvSpPr>
                <p:spPr>
                  <a:xfrm>
                    <a:off x="600066" y="0"/>
                    <a:ext cx="95249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24" name="Rectangle 112">
                    <a:extLst>
                      <a:ext uri="{FF2B5EF4-FFF2-40B4-BE49-F238E27FC236}">
                        <a16:creationId xmlns:a16="http://schemas.microsoft.com/office/drawing/2014/main" id="{406A9AAB-AD6D-A4F8-4D90-DE5A25877E32}"/>
                      </a:ext>
                    </a:extLst>
                  </p:cNvPr>
                  <p:cNvSpPr/>
                  <p:nvPr/>
                </p:nvSpPr>
                <p:spPr>
                  <a:xfrm>
                    <a:off x="801676" y="0"/>
                    <a:ext cx="93662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25" name="Rectangle 113">
                    <a:extLst>
                      <a:ext uri="{FF2B5EF4-FFF2-40B4-BE49-F238E27FC236}">
                        <a16:creationId xmlns:a16="http://schemas.microsoft.com/office/drawing/2014/main" id="{D1B1151C-6EC3-F31C-80B9-D3D074872730}"/>
                      </a:ext>
                    </a:extLst>
                  </p:cNvPr>
                  <p:cNvSpPr/>
                  <p:nvPr/>
                </p:nvSpPr>
                <p:spPr>
                  <a:xfrm>
                    <a:off x="1003286" y="0"/>
                    <a:ext cx="93662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</p:grpSp>
          </p:grpSp>
        </p:grpSp>
        <p:sp>
          <p:nvSpPr>
            <p:cNvPr id="9" name="Rectangle 117">
              <a:extLst>
                <a:ext uri="{FF2B5EF4-FFF2-40B4-BE49-F238E27FC236}">
                  <a16:creationId xmlns:a16="http://schemas.microsoft.com/office/drawing/2014/main" id="{60EB10C4-B26E-1D7A-82C4-FC4D1677D4C9}"/>
                </a:ext>
              </a:extLst>
            </p:cNvPr>
            <p:cNvSpPr/>
            <p:nvPr/>
          </p:nvSpPr>
          <p:spPr>
            <a:xfrm>
              <a:off x="393694" y="302418"/>
              <a:ext cx="8216789" cy="4419602"/>
            </a:xfrm>
            <a:prstGeom prst="rect">
              <a:avLst/>
            </a:pr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miter lim="800000"/>
            </a:ln>
            <a:effectLst>
              <a:outerShdw blurRad="63500" dist="71842" dir="2700000" rotWithShape="0">
                <a:srgbClr val="232323">
                  <a:alpha val="74997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defTabSz="685800">
                <a:defRPr sz="1600" b="1"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</p:grp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3660085-87EA-BF95-2FB1-EE367EC0A3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F52127-C7E0-D91C-65A7-1B18EB03E2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0D013C-AA48-E2FD-CE51-FFB6ADC5190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altLang="ko-KR"/>
              <a:t>07/24/2024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2195F7-FDDE-8AA2-AA83-888F4C7EE6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IETF 120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ADE1EE-0ED6-2F87-40D6-933A35DB37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E6C613-7D5F-498C-AC62-FEF2FFCE877A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24" name="Picture 121" descr="Picture 121">
            <a:extLst>
              <a:ext uri="{FF2B5EF4-FFF2-40B4-BE49-F238E27FC236}">
                <a16:creationId xmlns:a16="http://schemas.microsoft.com/office/drawing/2014/main" id="{3E74AFE8-3D73-3277-F65C-53121DBF86AF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10552166" y="365125"/>
            <a:ext cx="801634" cy="499105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4384482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60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>
              <a:lumMod val="65000"/>
              <a:lumOff val="35000"/>
            </a:schemeClr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1" kern="1200">
          <a:solidFill>
            <a:schemeClr val="tx1">
              <a:lumMod val="65000"/>
              <a:lumOff val="3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>
              <a:lumMod val="65000"/>
              <a:lumOff val="3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pauljeonog@skku.edu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datatracker.ietf.org/meeting/124/materials/slides-124-hackathon-sessd-5g-i2nsf-an-integrated-security-system-for-5g-networks-with-i2nsf-00" TargetMode="External"/><Relationship Id="rId2" Type="http://schemas.openxmlformats.org/officeDocument/2006/relationships/hyperlink" Target="https://datatracker.ietf.org/meeting/124/materials/slides-124-hackathon-sessd-interface-to-in-network-computing-functions-i2icf-project-00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datatracker.ietf.org/doc/draft-ahn-opsawg-i2icf-cits/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102F2-1AC8-1C32-5BA0-B27730F933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250" y="1427302"/>
            <a:ext cx="11028460" cy="2071010"/>
          </a:xfrm>
        </p:spPr>
        <p:txBody>
          <a:bodyPr anchor="t">
            <a:normAutofit/>
          </a:bodyPr>
          <a:lstStyle/>
          <a:p>
            <a:r>
              <a:rPr lang="en-US" sz="3600" dirty="0"/>
              <a:t>IETF-124 I2ICF Side Meeting</a:t>
            </a:r>
            <a:br>
              <a:rPr lang="en-US" sz="3600" dirty="0"/>
            </a:br>
            <a:br>
              <a:rPr lang="en-US" sz="3000" dirty="0"/>
            </a:br>
            <a:r>
              <a:rPr lang="en-US" sz="3800" dirty="0">
                <a:solidFill>
                  <a:srgbClr val="0000FF"/>
                </a:solidFill>
              </a:rPr>
              <a:t>Interface to In-Network Computing Functions (I2ICF)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6966569-7017-7336-1886-3ECD914E84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628733"/>
            <a:ext cx="9144000" cy="1655762"/>
          </a:xfrm>
        </p:spPr>
        <p:txBody>
          <a:bodyPr/>
          <a:lstStyle/>
          <a:p>
            <a:r>
              <a:rPr lang="en-US" dirty="0"/>
              <a:t>Chair: Jaehoon (Paul) Jeong</a:t>
            </a:r>
          </a:p>
          <a:p>
            <a:r>
              <a:rPr lang="en-US" dirty="0"/>
              <a:t>Sungkyunkwan University (SKKU)</a:t>
            </a:r>
          </a:p>
          <a:p>
            <a:r>
              <a:rPr lang="en-US" dirty="0"/>
              <a:t>Email: </a:t>
            </a:r>
            <a:r>
              <a:rPr lang="en-US" dirty="0">
                <a:hlinkClick r:id="rId2"/>
              </a:rPr>
              <a:t>pauljeong@skku.edu</a:t>
            </a:r>
            <a:r>
              <a:rPr lang="en-US" dirty="0"/>
              <a:t> 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78FE959-E717-259C-372E-C4D46245B552}"/>
              </a:ext>
            </a:extLst>
          </p:cNvPr>
          <p:cNvSpPr txBox="1"/>
          <p:nvPr/>
        </p:nvSpPr>
        <p:spPr>
          <a:xfrm>
            <a:off x="2584583" y="3528398"/>
            <a:ext cx="698862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November</a:t>
            </a:r>
            <a:r>
              <a:rPr lang="ko-KR" altLang="en-US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r>
              <a:rPr lang="en-US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2025 (Thursday)</a:t>
            </a:r>
          </a:p>
          <a:p>
            <a:pPr algn="ctr"/>
            <a:r>
              <a:rPr lang="en-US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Montreal in Canada</a:t>
            </a:r>
          </a:p>
        </p:txBody>
      </p:sp>
    </p:spTree>
    <p:extLst>
      <p:ext uri="{BB962C8B-B14F-4D97-AF65-F5344CB8AC3E}">
        <p14:creationId xmlns:p14="http://schemas.microsoft.com/office/powerpoint/2010/main" val="41906100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FA9AB9-11BE-BCF8-CDF1-AAD6203158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2485"/>
            <a:ext cx="10515600" cy="1325563"/>
          </a:xfrm>
        </p:spPr>
        <p:txBody>
          <a:bodyPr/>
          <a:lstStyle/>
          <a:p>
            <a:r>
              <a:rPr lang="en-US" dirty="0"/>
              <a:t>Agenda (1/2)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B3C875-BB1A-46F0-1779-9FE805CF37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9799" y="1345863"/>
            <a:ext cx="11028784" cy="5296307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Agenda Bash</a:t>
            </a:r>
          </a:p>
          <a:p>
            <a:pPr lvl="1"/>
            <a:r>
              <a:rPr lang="en-US" dirty="0"/>
              <a:t>Chair: Jaehoon (Paul) Jeong (SKKU)</a:t>
            </a:r>
          </a:p>
          <a:p>
            <a:pPr lvl="1"/>
            <a:r>
              <a:rPr lang="en-US" dirty="0"/>
              <a:t>Time: 5 min (09:15-09:20)</a:t>
            </a:r>
          </a:p>
          <a:p>
            <a:pPr lvl="1"/>
            <a:r>
              <a:rPr lang="en-US" dirty="0"/>
              <a:t>Place: McGill</a:t>
            </a:r>
          </a:p>
          <a:p>
            <a:endParaRPr lang="en-US" dirty="0"/>
          </a:p>
          <a:p>
            <a:r>
              <a:rPr lang="en-US" altLang="ko-KR" dirty="0"/>
              <a:t>IETF-124 I2ICF Hackathon Project</a:t>
            </a:r>
          </a:p>
          <a:p>
            <a:pPr lvl="1"/>
            <a:r>
              <a:rPr lang="en-US" altLang="ko-KR" dirty="0"/>
              <a:t>Presenter: </a:t>
            </a:r>
            <a:r>
              <a:rPr lang="en-US" altLang="ko-KR" dirty="0" err="1"/>
              <a:t>Jisuk</a:t>
            </a:r>
            <a:r>
              <a:rPr lang="en-US" altLang="ko-KR" dirty="0"/>
              <a:t> Chae (SKKU)</a:t>
            </a:r>
          </a:p>
          <a:p>
            <a:pPr lvl="1"/>
            <a:r>
              <a:rPr lang="en-US" altLang="ko-KR" dirty="0"/>
              <a:t>Time: 5 min (09:20-09:25)</a:t>
            </a:r>
          </a:p>
          <a:p>
            <a:pPr lvl="1"/>
            <a:r>
              <a:rPr lang="en-US" altLang="ko-KR" dirty="0"/>
              <a:t>Slides: </a:t>
            </a:r>
            <a:r>
              <a:rPr lang="en-US" altLang="ko-KR" dirty="0">
                <a:hlinkClick r:id="rId2"/>
              </a:rPr>
              <a:t>https://datatracker.ietf.org/meeting/124/materials/slides-124-hackathon-sessd-interface-to-in-network-computing-functions-i2icf-project-00</a:t>
            </a:r>
            <a:r>
              <a:rPr lang="en-US" altLang="ko-KR" dirty="0"/>
              <a:t>   </a:t>
            </a:r>
          </a:p>
          <a:p>
            <a:pPr marL="0" indent="0">
              <a:buNone/>
            </a:pPr>
            <a:endParaRPr lang="en-US" altLang="ko-KR" dirty="0"/>
          </a:p>
          <a:p>
            <a:r>
              <a:rPr lang="en-US" altLang="ko-KR" dirty="0"/>
              <a:t>IETF-124 5G-I2NSF Hackathon Project </a:t>
            </a:r>
          </a:p>
          <a:p>
            <a:pPr lvl="1"/>
            <a:r>
              <a:rPr lang="en-US" altLang="ko-KR" dirty="0"/>
              <a:t>Presenter: </a:t>
            </a:r>
            <a:r>
              <a:rPr lang="en-US" altLang="ko-KR" dirty="0" err="1"/>
              <a:t>Jiwon</a:t>
            </a:r>
            <a:r>
              <a:rPr lang="en-US" altLang="ko-KR" dirty="0"/>
              <a:t> Suh (SKKU)</a:t>
            </a:r>
          </a:p>
          <a:p>
            <a:pPr lvl="1"/>
            <a:r>
              <a:rPr lang="en-US" altLang="ko-KR" dirty="0"/>
              <a:t>Time: 5 min (09:25-09:30)</a:t>
            </a:r>
          </a:p>
          <a:p>
            <a:pPr lvl="1"/>
            <a:r>
              <a:rPr lang="en-US" altLang="ko-KR" dirty="0"/>
              <a:t>Draft: </a:t>
            </a:r>
            <a:r>
              <a:rPr lang="en-US" altLang="ko-KR" dirty="0">
                <a:hlinkClick r:id="rId3"/>
              </a:rPr>
              <a:t>https://datatracker.ietf.org/meeting/124/materials/slides-124-hackathon-sessd-5g-i2nsf-an-integrated-security-system-for-5g-networks-with-i2nsf-00</a:t>
            </a:r>
            <a:r>
              <a:rPr lang="en-US" altLang="ko-KR" dirty="0"/>
              <a:t> 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F74A089-A931-3154-C6B2-A6E42757FB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6C613-7D5F-498C-AC62-FEF2FFCE877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14199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FA9AB9-11BE-BCF8-CDF1-AAD6203158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2486"/>
            <a:ext cx="10515600" cy="1325563"/>
          </a:xfrm>
        </p:spPr>
        <p:txBody>
          <a:bodyPr/>
          <a:lstStyle/>
          <a:p>
            <a:r>
              <a:rPr lang="en-US" dirty="0"/>
              <a:t>Agenda (2/2)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B3C875-BB1A-46F0-1779-9FE805CF37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5151" y="1289876"/>
            <a:ext cx="11028784" cy="5614776"/>
          </a:xfrm>
        </p:spPr>
        <p:txBody>
          <a:bodyPr>
            <a:normAutofit lnSpcReduction="10000"/>
          </a:bodyPr>
          <a:lstStyle/>
          <a:p>
            <a:r>
              <a:rPr lang="en-US" dirty="0"/>
              <a:t>Overview of Agentic AI</a:t>
            </a:r>
          </a:p>
          <a:p>
            <a:pPr lvl="1"/>
            <a:r>
              <a:rPr lang="en-US" dirty="0"/>
              <a:t>Presenter: </a:t>
            </a:r>
            <a:r>
              <a:rPr lang="en-US" dirty="0" err="1"/>
              <a:t>Yoseop</a:t>
            </a:r>
            <a:r>
              <a:rPr lang="en-US" dirty="0"/>
              <a:t> Ahn (SKKU)</a:t>
            </a:r>
          </a:p>
          <a:p>
            <a:pPr lvl="1"/>
            <a:r>
              <a:rPr lang="en-US" dirty="0"/>
              <a:t>Time: 10 min (09:30-09:40)</a:t>
            </a:r>
          </a:p>
          <a:p>
            <a:pPr lvl="1"/>
            <a:endParaRPr lang="en-US" dirty="0"/>
          </a:p>
          <a:p>
            <a:r>
              <a:rPr lang="en-US" altLang="ko-KR" dirty="0"/>
              <a:t>I2ICF Use Case - Cooperative Intelligent Transportation Systems (C-ITS) with Agentic AI</a:t>
            </a:r>
          </a:p>
          <a:p>
            <a:pPr lvl="1"/>
            <a:r>
              <a:rPr lang="en-US" altLang="ko-KR" dirty="0"/>
              <a:t>Presenter: </a:t>
            </a:r>
            <a:r>
              <a:rPr lang="en-US" altLang="ko-KR" dirty="0" err="1"/>
              <a:t>Byoungman</a:t>
            </a:r>
            <a:r>
              <a:rPr lang="en-US" altLang="ko-KR" dirty="0"/>
              <a:t> Robert An (KETI)</a:t>
            </a:r>
          </a:p>
          <a:p>
            <a:pPr lvl="1"/>
            <a:r>
              <a:rPr lang="en-US" altLang="ko-KR" dirty="0"/>
              <a:t>Time: 10 min (09:40-09:50)</a:t>
            </a:r>
          </a:p>
          <a:p>
            <a:pPr lvl="1"/>
            <a:r>
              <a:rPr lang="en-US" altLang="ko-KR" dirty="0"/>
              <a:t>Draft: </a:t>
            </a:r>
            <a:r>
              <a:rPr lang="en-US" altLang="ko-KR" dirty="0">
                <a:hlinkClick r:id="rId2"/>
              </a:rPr>
              <a:t>https://datatracker.ietf.org/doc/draft-ahn-opsawg-i2icf-cits/</a:t>
            </a:r>
            <a:r>
              <a:rPr lang="en-US" altLang="ko-KR" dirty="0"/>
              <a:t> </a:t>
            </a:r>
          </a:p>
          <a:p>
            <a:pPr lvl="1"/>
            <a:endParaRPr lang="en-US" altLang="ko-KR" dirty="0"/>
          </a:p>
          <a:p>
            <a:r>
              <a:rPr lang="en-US" altLang="ko-KR" dirty="0"/>
              <a:t>Discussion</a:t>
            </a:r>
          </a:p>
          <a:p>
            <a:pPr lvl="1"/>
            <a:r>
              <a:rPr lang="en-US" altLang="ko-KR" dirty="0"/>
              <a:t>Facilitator: Jaehoon (Paul) Jeong</a:t>
            </a:r>
          </a:p>
          <a:p>
            <a:pPr lvl="1"/>
            <a:r>
              <a:rPr lang="en-US" altLang="ko-KR" dirty="0"/>
              <a:t>Time: 25 min (09:50-10:15)</a:t>
            </a:r>
          </a:p>
          <a:p>
            <a:pPr lvl="1"/>
            <a:r>
              <a:rPr lang="en-US" altLang="ko-KR" dirty="0"/>
              <a:t>Topic: Discussion on the Next Steps for I2ICF </a:t>
            </a:r>
            <a:r>
              <a:rPr lang="en-US" altLang="ko-KR" dirty="0" err="1"/>
              <a:t>BoF</a:t>
            </a:r>
            <a:r>
              <a:rPr lang="en-US" altLang="ko-KR" dirty="0"/>
              <a:t> in IETF 125 (Shenzhen)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CA51CFF-21BF-8863-BE83-92590B7845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6C613-7D5F-498C-AC62-FEF2FFCE877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93998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08ACAF3B-0790-AE5A-FAD2-A8E4ABFD5A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1955813"/>
          </a:xfrm>
        </p:spPr>
        <p:txBody>
          <a:bodyPr/>
          <a:lstStyle/>
          <a:p>
            <a:pPr algn="ctr"/>
            <a:r>
              <a:rPr lang="en-US" dirty="0"/>
              <a:t>Thanks and Q&amp;A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479EB32-3FA1-7EAF-446A-DD3590C474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6C613-7D5F-498C-AC62-FEF2FFCE877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01065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2828</TotalTime>
  <Words>243</Words>
  <Application>Microsoft Office PowerPoint</Application>
  <PresentationFormat>와이드스크린</PresentationFormat>
  <Paragraphs>39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IETF-124 I2ICF Side Meeting  Interface to In-Network Computing Functions (I2ICF)</vt:lpstr>
      <vt:lpstr>Agenda (1/2)</vt:lpstr>
      <vt:lpstr>Agenda (2/2)</vt:lpstr>
      <vt:lpstr>Thanks and Q&amp;A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IETF-115 Side Meeting IPv6 over 5G V2X</dc:title>
  <dc:creator>Shen Yiwen</dc:creator>
  <cp:lastModifiedBy>Jaehoon Paul Jeong</cp:lastModifiedBy>
  <cp:revision>169</cp:revision>
  <dcterms:created xsi:type="dcterms:W3CDTF">2022-11-08T14:08:24Z</dcterms:created>
  <dcterms:modified xsi:type="dcterms:W3CDTF">2025-11-03T15:42:46Z</dcterms:modified>
</cp:coreProperties>
</file>